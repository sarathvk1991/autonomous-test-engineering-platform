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29B2D-779F-E27B-F3FB-CB107F410DFE}" v="299" dt="2026-06-15T09:26:52.143"/>
    <p1510:client id="{837C8085-BD1F-7475-7873-140324603803}" v="1" dt="2026-06-16T09:25:22.816"/>
    <p1510:client id="{CA9D012A-85E8-71A2-7D63-8567173B6D99}" v="332" dt="2026-06-15T14:20:13.724"/>
    <p1510:client id="{CDBB5502-2A66-40B8-D4C9-951FEA186825}" v="579" dt="2026-06-15T09:53:00.736"/>
    <p1510:client id="{D82F7EA6-D19E-639E-B6B0-5D365EC8CD95}" v="623" dt="2026-06-16T08:16:30.7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 V." userId="S::sarath.v@nestgroup.net::11759a50-5485-4f58-ac09-6b79d4ba9e0d" providerId="AD" clId="Web-{D82F7EA6-D19E-639E-B6B0-5D365EC8CD95}"/>
    <pc:docChg chg="addSld delSld modSld">
      <pc:chgData name="Sarath V." userId="S::sarath.v@nestgroup.net::11759a50-5485-4f58-ac09-6b79d4ba9e0d" providerId="AD" clId="Web-{D82F7EA6-D19E-639E-B6B0-5D365EC8CD95}" dt="2026-06-16T08:16:30.736" v="590"/>
      <pc:docMkLst>
        <pc:docMk/>
      </pc:docMkLst>
      <pc:sldChg chg="delSp del">
        <pc:chgData name="Sarath V." userId="S::sarath.v@nestgroup.net::11759a50-5485-4f58-ac09-6b79d4ba9e0d" providerId="AD" clId="Web-{D82F7EA6-D19E-639E-B6B0-5D365EC8CD95}" dt="2026-06-16T08:05:38.576" v="3"/>
        <pc:sldMkLst>
          <pc:docMk/>
          <pc:sldMk cId="2287427571" sldId="278"/>
        </pc:sldMkLst>
        <pc:graphicFrameChg chg="del">
          <ac:chgData name="Sarath V." userId="S::sarath.v@nestgroup.net::11759a50-5485-4f58-ac09-6b79d4ba9e0d" providerId="AD" clId="Web-{D82F7EA6-D19E-639E-B6B0-5D365EC8CD95}" dt="2026-06-16T08:05:27.857" v="0"/>
          <ac:graphicFrameMkLst>
            <pc:docMk/>
            <pc:sldMk cId="2287427571" sldId="278"/>
            <ac:graphicFrameMk id="19" creationId="{32117BC3-4504-1F4D-4033-1B62A669B04D}"/>
          </ac:graphicFrameMkLst>
        </pc:graphicFrameChg>
      </pc:sldChg>
      <pc:sldChg chg="addSp delSp modSp">
        <pc:chgData name="Sarath V." userId="S::sarath.v@nestgroup.net::11759a50-5485-4f58-ac09-6b79d4ba9e0d" providerId="AD" clId="Web-{D82F7EA6-D19E-639E-B6B0-5D365EC8CD95}" dt="2026-06-16T08:16:30.736" v="590"/>
        <pc:sldMkLst>
          <pc:docMk/>
          <pc:sldMk cId="2749498827" sldId="279"/>
        </pc:sldMkLst>
        <pc:spChg chg="mod">
          <ac:chgData name="Sarath V." userId="S::sarath.v@nestgroup.net::11759a50-5485-4f58-ac09-6b79d4ba9e0d" providerId="AD" clId="Web-{D82F7EA6-D19E-639E-B6B0-5D365EC8CD95}" dt="2026-06-16T08:15:58.095" v="585" actId="1076"/>
          <ac:spMkLst>
            <pc:docMk/>
            <pc:sldMk cId="2749498827" sldId="279"/>
            <ac:spMk id="3" creationId="{DB77C931-CCB4-8DEC-83EA-2E125EF55237}"/>
          </ac:spMkLst>
        </pc:spChg>
        <pc:spChg chg="mod">
          <ac:chgData name="Sarath V." userId="S::sarath.v@nestgroup.net::11759a50-5485-4f58-ac09-6b79d4ba9e0d" providerId="AD" clId="Web-{D82F7EA6-D19E-639E-B6B0-5D365EC8CD95}" dt="2026-06-16T08:09:44.125" v="276" actId="20577"/>
          <ac:spMkLst>
            <pc:docMk/>
            <pc:sldMk cId="2749498827" sldId="279"/>
            <ac:spMk id="8" creationId="{23317F8D-0465-F9D7-F2C0-B0CC8D004A39}"/>
          </ac:spMkLst>
        </pc:spChg>
        <pc:graphicFrameChg chg="add mod modGraphic">
          <ac:chgData name="Sarath V." userId="S::sarath.v@nestgroup.net::11759a50-5485-4f58-ac09-6b79d4ba9e0d" providerId="AD" clId="Web-{D82F7EA6-D19E-639E-B6B0-5D365EC8CD95}" dt="2026-06-16T08:16:30.736" v="590"/>
          <ac:graphicFrameMkLst>
            <pc:docMk/>
            <pc:sldMk cId="2749498827" sldId="279"/>
            <ac:graphicFrameMk id="4" creationId="{6AFD2FFB-6182-77E7-696C-8CDCAC630693}"/>
          </ac:graphicFrameMkLst>
        </pc:graphicFrameChg>
        <pc:graphicFrameChg chg="add mod modGraphic">
          <ac:chgData name="Sarath V." userId="S::sarath.v@nestgroup.net::11759a50-5485-4f58-ac09-6b79d4ba9e0d" providerId="AD" clId="Web-{D82F7EA6-D19E-639E-B6B0-5D365EC8CD95}" dt="2026-06-16T08:14:41.126" v="581"/>
          <ac:graphicFrameMkLst>
            <pc:docMk/>
            <pc:sldMk cId="2749498827" sldId="279"/>
            <ac:graphicFrameMk id="5" creationId="{391F8EC3-3240-CAED-AA93-9DACEB7D9387}"/>
          </ac:graphicFrameMkLst>
        </pc:graphicFrameChg>
        <pc:graphicFrameChg chg="mod modGraphic">
          <ac:chgData name="Sarath V." userId="S::sarath.v@nestgroup.net::11759a50-5485-4f58-ac09-6b79d4ba9e0d" providerId="AD" clId="Web-{D82F7EA6-D19E-639E-B6B0-5D365EC8CD95}" dt="2026-06-16T08:15:52.470" v="584" actId="1076"/>
          <ac:graphicFrameMkLst>
            <pc:docMk/>
            <pc:sldMk cId="2749498827" sldId="279"/>
            <ac:graphicFrameMk id="6" creationId="{0A0FBFAD-86B2-4D21-3F66-D61BBB92995D}"/>
          </ac:graphicFrameMkLst>
        </pc:graphicFrameChg>
        <pc:graphicFrameChg chg="mod modGraphic">
          <ac:chgData name="Sarath V." userId="S::sarath.v@nestgroup.net::11759a50-5485-4f58-ac09-6b79d4ba9e0d" providerId="AD" clId="Web-{D82F7EA6-D19E-639E-B6B0-5D365EC8CD95}" dt="2026-06-16T08:14:47.188" v="582"/>
          <ac:graphicFrameMkLst>
            <pc:docMk/>
            <pc:sldMk cId="2749498827" sldId="279"/>
            <ac:graphicFrameMk id="12" creationId="{9F6A6ECD-8CEE-4588-EBDD-C40E3865E5AF}"/>
          </ac:graphicFrameMkLst>
        </pc:graphicFrameChg>
        <pc:graphicFrameChg chg="del modGraphic">
          <ac:chgData name="Sarath V." userId="S::sarath.v@nestgroup.net::11759a50-5485-4f58-ac09-6b79d4ba9e0d" providerId="AD" clId="Web-{D82F7EA6-D19E-639E-B6B0-5D365EC8CD95}" dt="2026-06-16T08:09:12.468" v="251"/>
          <ac:graphicFrameMkLst>
            <pc:docMk/>
            <pc:sldMk cId="2749498827" sldId="279"/>
            <ac:graphicFrameMk id="14" creationId="{E7BBA88D-88F6-DEA2-C682-974B7D034888}"/>
          </ac:graphicFrameMkLst>
        </pc:graphicFrameChg>
      </pc:sldChg>
      <pc:sldChg chg="add del replId">
        <pc:chgData name="Sarath V." userId="S::sarath.v@nestgroup.net::11759a50-5485-4f58-ac09-6b79d4ba9e0d" providerId="AD" clId="Web-{D82F7EA6-D19E-639E-B6B0-5D365EC8CD95}" dt="2026-06-16T08:05:38.561" v="2"/>
        <pc:sldMkLst>
          <pc:docMk/>
          <pc:sldMk cId="566030164" sldId="280"/>
        </pc:sldMkLst>
      </pc:sldChg>
      <pc:sldChg chg="add replId">
        <pc:chgData name="Sarath V." userId="S::sarath.v@nestgroup.net::11759a50-5485-4f58-ac09-6b79d4ba9e0d" providerId="AD" clId="Web-{D82F7EA6-D19E-639E-B6B0-5D365EC8CD95}" dt="2026-06-16T08:05:42.061" v="4"/>
        <pc:sldMkLst>
          <pc:docMk/>
          <pc:sldMk cId="2858715104" sldId="280"/>
        </pc:sldMkLst>
      </pc:sldChg>
    </pc:docChg>
  </pc:docChgLst>
  <pc:docChgLst>
    <pc:chgData name="Sarath V." userId="S::sarath.v@nestgroup.net::11759a50-5485-4f58-ac09-6b79d4ba9e0d" providerId="AD" clId="Web-{837C8085-BD1F-7475-7873-140324603803}"/>
    <pc:docChg chg="modSld">
      <pc:chgData name="Sarath V." userId="S::sarath.v@nestgroup.net::11759a50-5485-4f58-ac09-6b79d4ba9e0d" providerId="AD" clId="Web-{837C8085-BD1F-7475-7873-140324603803}" dt="2026-06-16T09:25:22.816" v="0"/>
      <pc:docMkLst>
        <pc:docMk/>
      </pc:docMkLst>
      <pc:sldChg chg="modSp">
        <pc:chgData name="Sarath V." userId="S::sarath.v@nestgroup.net::11759a50-5485-4f58-ac09-6b79d4ba9e0d" providerId="AD" clId="Web-{837C8085-BD1F-7475-7873-140324603803}" dt="2026-06-16T09:25:22.816" v="0"/>
        <pc:sldMkLst>
          <pc:docMk/>
          <pc:sldMk cId="2749498827" sldId="279"/>
        </pc:sldMkLst>
        <pc:graphicFrameChg chg="modGraphic">
          <ac:chgData name="Sarath V." userId="S::sarath.v@nestgroup.net::11759a50-5485-4f58-ac09-6b79d4ba9e0d" providerId="AD" clId="Web-{837C8085-BD1F-7475-7873-140324603803}" dt="2026-06-16T09:25:22.816" v="0"/>
          <ac:graphicFrameMkLst>
            <pc:docMk/>
            <pc:sldMk cId="2749498827" sldId="279"/>
            <ac:graphicFrameMk id="6" creationId="{0A0FBFAD-86B2-4D21-3F66-D61BBB92995D}"/>
          </ac:graphicFrameMkLst>
        </pc:graphicFrameChg>
      </pc:sldChg>
    </pc:docChg>
  </pc:docChgLst>
  <pc:docChgLst>
    <pc:chgData name="Sarath V." userId="S::sarath.v@nestgroup.net::11759a50-5485-4f58-ac09-6b79d4ba9e0d" providerId="AD" clId="Web-{CDBB5502-2A66-40B8-D4C9-951FEA186825}"/>
    <pc:docChg chg="addSld modSld">
      <pc:chgData name="Sarath V." userId="S::sarath.v@nestgroup.net::11759a50-5485-4f58-ac09-6b79d4ba9e0d" providerId="AD" clId="Web-{CDBB5502-2A66-40B8-D4C9-951FEA186825}" dt="2026-06-15T09:53:00.736" v="564"/>
      <pc:docMkLst>
        <pc:docMk/>
      </pc:docMkLst>
      <pc:sldChg chg="modSp">
        <pc:chgData name="Sarath V." userId="S::sarath.v@nestgroup.net::11759a50-5485-4f58-ac09-6b79d4ba9e0d" providerId="AD" clId="Web-{CDBB5502-2A66-40B8-D4C9-951FEA186825}" dt="2026-06-15T09:28:45.781" v="37" actId="20577"/>
        <pc:sldMkLst>
          <pc:docMk/>
          <pc:sldMk cId="1570618940" sldId="260"/>
        </pc:sldMkLst>
        <pc:spChg chg="mod">
          <ac:chgData name="Sarath V." userId="S::sarath.v@nestgroup.net::11759a50-5485-4f58-ac09-6b79d4ba9e0d" providerId="AD" clId="Web-{CDBB5502-2A66-40B8-D4C9-951FEA186825}" dt="2026-06-15T09:28:45.781" v="37" actId="20577"/>
          <ac:spMkLst>
            <pc:docMk/>
            <pc:sldMk cId="1570618940" sldId="260"/>
            <ac:spMk id="3" creationId="{17FBDD46-1585-ED7D-723F-5A0E0607BDD4}"/>
          </ac:spMkLst>
        </pc:spChg>
      </pc:sldChg>
      <pc:sldChg chg="addSp delSp modSp new">
        <pc:chgData name="Sarath V." userId="S::sarath.v@nestgroup.net::11759a50-5485-4f58-ac09-6b79d4ba9e0d" providerId="AD" clId="Web-{CDBB5502-2A66-40B8-D4C9-951FEA186825}" dt="2026-06-15T09:29:31.625" v="95"/>
        <pc:sldMkLst>
          <pc:docMk/>
          <pc:sldMk cId="2290137422" sldId="261"/>
        </pc:sldMkLst>
        <pc:spChg chg="mod">
          <ac:chgData name="Sarath V." userId="S::sarath.v@nestgroup.net::11759a50-5485-4f58-ac09-6b79d4ba9e0d" providerId="AD" clId="Web-{CDBB5502-2A66-40B8-D4C9-951FEA186825}" dt="2026-06-15T09:29:06.625" v="40" actId="20577"/>
          <ac:spMkLst>
            <pc:docMk/>
            <pc:sldMk cId="2290137422" sldId="261"/>
            <ac:spMk id="2" creationId="{0DBCCEE1-E092-00DA-2B16-875AE7463151}"/>
          </ac:spMkLst>
        </pc:spChg>
        <pc:spChg chg="del mod">
          <ac:chgData name="Sarath V." userId="S::sarath.v@nestgroup.net::11759a50-5485-4f58-ac09-6b79d4ba9e0d" providerId="AD" clId="Web-{CDBB5502-2A66-40B8-D4C9-951FEA186825}" dt="2026-06-15T09:29:17.953" v="42"/>
          <ac:spMkLst>
            <pc:docMk/>
            <pc:sldMk cId="2290137422" sldId="261"/>
            <ac:spMk id="3" creationId="{B1CB29FD-14DB-6D81-4117-10C3DACC03DE}"/>
          </ac:spMkLst>
        </pc:spChg>
        <pc:graphicFrameChg chg="add mod ord modGraphic">
          <ac:chgData name="Sarath V." userId="S::sarath.v@nestgroup.net::11759a50-5485-4f58-ac09-6b79d4ba9e0d" providerId="AD" clId="Web-{CDBB5502-2A66-40B8-D4C9-951FEA186825}" dt="2026-06-15T09:29:31.625" v="95"/>
          <ac:graphicFrameMkLst>
            <pc:docMk/>
            <pc:sldMk cId="2290137422" sldId="261"/>
            <ac:graphicFrameMk id="5" creationId="{EBD33AAF-7D37-812D-ED82-680D02053E3E}"/>
          </ac:graphicFrameMkLst>
        </pc:graphicFrameChg>
      </pc:sldChg>
      <pc:sldChg chg="addSp modSp new">
        <pc:chgData name="Sarath V." userId="S::sarath.v@nestgroup.net::11759a50-5485-4f58-ac09-6b79d4ba9e0d" providerId="AD" clId="Web-{CDBB5502-2A66-40B8-D4C9-951FEA186825}" dt="2026-06-15T09:33:11.112" v="136" actId="14100"/>
        <pc:sldMkLst>
          <pc:docMk/>
          <pc:sldMk cId="3985014852" sldId="262"/>
        </pc:sldMkLst>
        <pc:spChg chg="mod">
          <ac:chgData name="Sarath V." userId="S::sarath.v@nestgroup.net::11759a50-5485-4f58-ac09-6b79d4ba9e0d" providerId="AD" clId="Web-{CDBB5502-2A66-40B8-D4C9-951FEA186825}" dt="2026-06-15T09:30:27.735" v="98" actId="20577"/>
          <ac:spMkLst>
            <pc:docMk/>
            <pc:sldMk cId="3985014852" sldId="262"/>
            <ac:spMk id="2" creationId="{449EF270-336E-D9C9-719B-F55F2059F3A1}"/>
          </ac:spMkLst>
        </pc:spChg>
        <pc:spChg chg="mod">
          <ac:chgData name="Sarath V." userId="S::sarath.v@nestgroup.net::11759a50-5485-4f58-ac09-6b79d4ba9e0d" providerId="AD" clId="Web-{CDBB5502-2A66-40B8-D4C9-951FEA186825}" dt="2026-06-15T09:32:10.565" v="121" actId="20577"/>
          <ac:spMkLst>
            <pc:docMk/>
            <pc:sldMk cId="3985014852" sldId="262"/>
            <ac:spMk id="3" creationId="{89A915EC-B2AB-48F1-5A30-F0CB8792F54D}"/>
          </ac:spMkLst>
        </pc:spChg>
        <pc:spChg chg="add mod">
          <ac:chgData name="Sarath V." userId="S::sarath.v@nestgroup.net::11759a50-5485-4f58-ac09-6b79d4ba9e0d" providerId="AD" clId="Web-{CDBB5502-2A66-40B8-D4C9-951FEA186825}" dt="2026-06-15T09:32:05.940" v="116" actId="20577"/>
          <ac:spMkLst>
            <pc:docMk/>
            <pc:sldMk cId="3985014852" sldId="262"/>
            <ac:spMk id="4" creationId="{9095FB11-B66F-6EA3-3E1A-07F008C9CBD1}"/>
          </ac:spMkLst>
        </pc:spChg>
        <pc:spChg chg="add mod">
          <ac:chgData name="Sarath V." userId="S::sarath.v@nestgroup.net::11759a50-5485-4f58-ac09-6b79d4ba9e0d" providerId="AD" clId="Web-{CDBB5502-2A66-40B8-D4C9-951FEA186825}" dt="2026-06-15T09:32:28.878" v="127" actId="1076"/>
          <ac:spMkLst>
            <pc:docMk/>
            <pc:sldMk cId="3985014852" sldId="262"/>
            <ac:spMk id="5" creationId="{0E0A60D8-4F4A-17D6-46CF-150994B9113A}"/>
          </ac:spMkLst>
        </pc:spChg>
        <pc:spChg chg="add mod">
          <ac:chgData name="Sarath V." userId="S::sarath.v@nestgroup.net::11759a50-5485-4f58-ac09-6b79d4ba9e0d" providerId="AD" clId="Web-{CDBB5502-2A66-40B8-D4C9-951FEA186825}" dt="2026-06-15T09:33:11.112" v="136" actId="14100"/>
          <ac:spMkLst>
            <pc:docMk/>
            <pc:sldMk cId="3985014852" sldId="262"/>
            <ac:spMk id="6" creationId="{BB306CE2-D9E4-7067-DD7D-3C5E752024DB}"/>
          </ac:spMkLst>
        </pc:spChg>
      </pc:sldChg>
      <pc:sldChg chg="modSp add replId">
        <pc:chgData name="Sarath V." userId="S::sarath.v@nestgroup.net::11759a50-5485-4f58-ac09-6b79d4ba9e0d" providerId="AD" clId="Web-{CDBB5502-2A66-40B8-D4C9-951FEA186825}" dt="2026-06-15T09:34:43.020" v="150" actId="20577"/>
        <pc:sldMkLst>
          <pc:docMk/>
          <pc:sldMk cId="1148995886" sldId="263"/>
        </pc:sldMkLst>
        <pc:spChg chg="mod">
          <ac:chgData name="Sarath V." userId="S::sarath.v@nestgroup.net::11759a50-5485-4f58-ac09-6b79d4ba9e0d" providerId="AD" clId="Web-{CDBB5502-2A66-40B8-D4C9-951FEA186825}" dt="2026-06-15T09:33:56.707" v="141" actId="20577"/>
          <ac:spMkLst>
            <pc:docMk/>
            <pc:sldMk cId="1148995886" sldId="263"/>
            <ac:spMk id="3" creationId="{4B07FE59-9FF5-4394-26BD-79D74F94D1A0}"/>
          </ac:spMkLst>
        </pc:spChg>
        <pc:spChg chg="mod">
          <ac:chgData name="Sarath V." userId="S::sarath.v@nestgroup.net::11759a50-5485-4f58-ac09-6b79d4ba9e0d" providerId="AD" clId="Web-{CDBB5502-2A66-40B8-D4C9-951FEA186825}" dt="2026-06-15T09:34:23.848" v="147"/>
          <ac:spMkLst>
            <pc:docMk/>
            <pc:sldMk cId="1148995886" sldId="263"/>
            <ac:spMk id="4" creationId="{811CAE36-7BA7-048F-BD06-860A54C7E901}"/>
          </ac:spMkLst>
        </pc:spChg>
        <pc:spChg chg="mod">
          <ac:chgData name="Sarath V." userId="S::sarath.v@nestgroup.net::11759a50-5485-4f58-ac09-6b79d4ba9e0d" providerId="AD" clId="Web-{CDBB5502-2A66-40B8-D4C9-951FEA186825}" dt="2026-06-15T09:34:43.020" v="150" actId="20577"/>
          <ac:spMkLst>
            <pc:docMk/>
            <pc:sldMk cId="1148995886" sldId="263"/>
            <ac:spMk id="6" creationId="{718A404C-D6B3-5D5B-CF71-5B08BE8F66CC}"/>
          </ac:spMkLst>
        </pc:spChg>
      </pc:sldChg>
      <pc:sldChg chg="modSp add replId">
        <pc:chgData name="Sarath V." userId="S::sarath.v@nestgroup.net::11759a50-5485-4f58-ac09-6b79d4ba9e0d" providerId="AD" clId="Web-{CDBB5502-2A66-40B8-D4C9-951FEA186825}" dt="2026-06-15T09:36:50.068" v="164" actId="20577"/>
        <pc:sldMkLst>
          <pc:docMk/>
          <pc:sldMk cId="4016595202" sldId="264"/>
        </pc:sldMkLst>
        <pc:spChg chg="mod">
          <ac:chgData name="Sarath V." userId="S::sarath.v@nestgroup.net::11759a50-5485-4f58-ac09-6b79d4ba9e0d" providerId="AD" clId="Web-{CDBB5502-2A66-40B8-D4C9-951FEA186825}" dt="2026-06-15T09:35:25.880" v="161" actId="20577"/>
          <ac:spMkLst>
            <pc:docMk/>
            <pc:sldMk cId="4016595202" sldId="264"/>
            <ac:spMk id="3" creationId="{6A9C132C-1CAD-3DA7-F00C-681BCCC03673}"/>
          </ac:spMkLst>
        </pc:spChg>
        <pc:spChg chg="mod">
          <ac:chgData name="Sarath V." userId="S::sarath.v@nestgroup.net::11759a50-5485-4f58-ac09-6b79d4ba9e0d" providerId="AD" clId="Web-{CDBB5502-2A66-40B8-D4C9-951FEA186825}" dt="2026-06-15T09:36:36.537" v="163" actId="20577"/>
          <ac:spMkLst>
            <pc:docMk/>
            <pc:sldMk cId="4016595202" sldId="264"/>
            <ac:spMk id="4" creationId="{7D71B07D-E129-6329-D5EE-BB90200E8D54}"/>
          </ac:spMkLst>
        </pc:spChg>
        <pc:spChg chg="mod">
          <ac:chgData name="Sarath V." userId="S::sarath.v@nestgroup.net::11759a50-5485-4f58-ac09-6b79d4ba9e0d" providerId="AD" clId="Web-{CDBB5502-2A66-40B8-D4C9-951FEA186825}" dt="2026-06-15T09:36:50.068" v="164" actId="20577"/>
          <ac:spMkLst>
            <pc:docMk/>
            <pc:sldMk cId="4016595202" sldId="264"/>
            <ac:spMk id="6" creationId="{1BDDFCAD-F41E-0072-B7CC-6DC46A982A16}"/>
          </ac:spMkLst>
        </pc:spChg>
      </pc:sldChg>
      <pc:sldChg chg="addSp modSp new">
        <pc:chgData name="Sarath V." userId="S::sarath.v@nestgroup.net::11759a50-5485-4f58-ac09-6b79d4ba9e0d" providerId="AD" clId="Web-{CDBB5502-2A66-40B8-D4C9-951FEA186825}" dt="2026-06-15T09:38:41.694" v="183" actId="14100"/>
        <pc:sldMkLst>
          <pc:docMk/>
          <pc:sldMk cId="1362829821" sldId="265"/>
        </pc:sldMkLst>
        <pc:spChg chg="mod">
          <ac:chgData name="Sarath V." userId="S::sarath.v@nestgroup.net::11759a50-5485-4f58-ac09-6b79d4ba9e0d" providerId="AD" clId="Web-{CDBB5502-2A66-40B8-D4C9-951FEA186825}" dt="2026-06-15T09:37:18.006" v="167" actId="20577"/>
          <ac:spMkLst>
            <pc:docMk/>
            <pc:sldMk cId="1362829821" sldId="265"/>
            <ac:spMk id="2" creationId="{B44D62E1-A114-CDE1-1F8B-4097B0C25493}"/>
          </ac:spMkLst>
        </pc:spChg>
        <pc:spChg chg="mod">
          <ac:chgData name="Sarath V." userId="S::sarath.v@nestgroup.net::11759a50-5485-4f58-ac09-6b79d4ba9e0d" providerId="AD" clId="Web-{CDBB5502-2A66-40B8-D4C9-951FEA186825}" dt="2026-06-15T09:38:15.835" v="171" actId="20577"/>
          <ac:spMkLst>
            <pc:docMk/>
            <pc:sldMk cId="1362829821" sldId="265"/>
            <ac:spMk id="3" creationId="{A738D9BA-EDE1-E2E5-6169-925C4445A06F}"/>
          </ac:spMkLst>
        </pc:spChg>
        <pc:spChg chg="add mod">
          <ac:chgData name="Sarath V." userId="S::sarath.v@nestgroup.net::11759a50-5485-4f58-ac09-6b79d4ba9e0d" providerId="AD" clId="Web-{CDBB5502-2A66-40B8-D4C9-951FEA186825}" dt="2026-06-15T09:38:41.694" v="183" actId="14100"/>
          <ac:spMkLst>
            <pc:docMk/>
            <pc:sldMk cId="1362829821" sldId="265"/>
            <ac:spMk id="4" creationId="{16D9BEAA-3E33-8EC1-CA3A-B0A0383C2D7C}"/>
          </ac:spMkLst>
        </pc:spChg>
      </pc:sldChg>
      <pc:sldChg chg="modSp new">
        <pc:chgData name="Sarath V." userId="S::sarath.v@nestgroup.net::11759a50-5485-4f58-ac09-6b79d4ba9e0d" providerId="AD" clId="Web-{CDBB5502-2A66-40B8-D4C9-951FEA186825}" dt="2026-06-15T09:39:23.554" v="193" actId="20577"/>
        <pc:sldMkLst>
          <pc:docMk/>
          <pc:sldMk cId="2760254621" sldId="266"/>
        </pc:sldMkLst>
        <pc:spChg chg="mod">
          <ac:chgData name="Sarath V." userId="S::sarath.v@nestgroup.net::11759a50-5485-4f58-ac09-6b79d4ba9e0d" providerId="AD" clId="Web-{CDBB5502-2A66-40B8-D4C9-951FEA186825}" dt="2026-06-15T09:38:56.554" v="185" actId="20577"/>
          <ac:spMkLst>
            <pc:docMk/>
            <pc:sldMk cId="2760254621" sldId="266"/>
            <ac:spMk id="2" creationId="{648D5604-38EE-AFEA-F7A1-AD9DF546FD86}"/>
          </ac:spMkLst>
        </pc:spChg>
        <pc:spChg chg="mod">
          <ac:chgData name="Sarath V." userId="S::sarath.v@nestgroup.net::11759a50-5485-4f58-ac09-6b79d4ba9e0d" providerId="AD" clId="Web-{CDBB5502-2A66-40B8-D4C9-951FEA186825}" dt="2026-06-15T09:39:23.554" v="193" actId="20577"/>
          <ac:spMkLst>
            <pc:docMk/>
            <pc:sldMk cId="2760254621" sldId="266"/>
            <ac:spMk id="3" creationId="{742EBC59-03D3-A4DC-1512-CD26DF567BC0}"/>
          </ac:spMkLst>
        </pc:spChg>
      </pc:sldChg>
      <pc:sldChg chg="addSp delSp modSp new">
        <pc:chgData name="Sarath V." userId="S::sarath.v@nestgroup.net::11759a50-5485-4f58-ac09-6b79d4ba9e0d" providerId="AD" clId="Web-{CDBB5502-2A66-40B8-D4C9-951FEA186825}" dt="2026-06-15T09:41:22.509" v="222"/>
        <pc:sldMkLst>
          <pc:docMk/>
          <pc:sldMk cId="495507536" sldId="267"/>
        </pc:sldMkLst>
        <pc:spChg chg="mod">
          <ac:chgData name="Sarath V." userId="S::sarath.v@nestgroup.net::11759a50-5485-4f58-ac09-6b79d4ba9e0d" providerId="AD" clId="Web-{CDBB5502-2A66-40B8-D4C9-951FEA186825}" dt="2026-06-15T09:40:07.602" v="195" actId="20577"/>
          <ac:spMkLst>
            <pc:docMk/>
            <pc:sldMk cId="495507536" sldId="267"/>
            <ac:spMk id="2" creationId="{2F33B61E-0163-DC2F-27B8-4390B90E34F9}"/>
          </ac:spMkLst>
        </pc:spChg>
        <pc:spChg chg="del mod">
          <ac:chgData name="Sarath V." userId="S::sarath.v@nestgroup.net::11759a50-5485-4f58-ac09-6b79d4ba9e0d" providerId="AD" clId="Web-{CDBB5502-2A66-40B8-D4C9-951FEA186825}" dt="2026-06-15T09:40:55.962" v="211"/>
          <ac:spMkLst>
            <pc:docMk/>
            <pc:sldMk cId="495507536" sldId="267"/>
            <ac:spMk id="3" creationId="{BBF42A46-B68A-C11B-E435-DFFA4FD60C83}"/>
          </ac:spMkLst>
        </pc:spChg>
        <pc:spChg chg="add mod">
          <ac:chgData name="Sarath V." userId="S::sarath.v@nestgroup.net::11759a50-5485-4f58-ac09-6b79d4ba9e0d" providerId="AD" clId="Web-{CDBB5502-2A66-40B8-D4C9-951FEA186825}" dt="2026-06-15T09:41:22.509" v="222"/>
          <ac:spMkLst>
            <pc:docMk/>
            <pc:sldMk cId="495507536" sldId="267"/>
            <ac:spMk id="4" creationId="{D3DFF201-7F1F-0B51-9B45-4FCBF81C6A4D}"/>
          </ac:spMkLst>
        </pc:spChg>
      </pc:sldChg>
      <pc:sldChg chg="modSp new">
        <pc:chgData name="Sarath V." userId="S::sarath.v@nestgroup.net::11759a50-5485-4f58-ac09-6b79d4ba9e0d" providerId="AD" clId="Web-{CDBB5502-2A66-40B8-D4C9-951FEA186825}" dt="2026-06-15T09:43:22.573" v="236" actId="20577"/>
        <pc:sldMkLst>
          <pc:docMk/>
          <pc:sldMk cId="550632027" sldId="268"/>
        </pc:sldMkLst>
        <pc:spChg chg="mod">
          <ac:chgData name="Sarath V." userId="S::sarath.v@nestgroup.net::11759a50-5485-4f58-ac09-6b79d4ba9e0d" providerId="AD" clId="Web-{CDBB5502-2A66-40B8-D4C9-951FEA186825}" dt="2026-06-15T09:41:58.415" v="224" actId="20577"/>
          <ac:spMkLst>
            <pc:docMk/>
            <pc:sldMk cId="550632027" sldId="268"/>
            <ac:spMk id="2" creationId="{91925806-6BCA-0A03-1F91-13E46FE2B556}"/>
          </ac:spMkLst>
        </pc:spChg>
        <pc:spChg chg="mod">
          <ac:chgData name="Sarath V." userId="S::sarath.v@nestgroup.net::11759a50-5485-4f58-ac09-6b79d4ba9e0d" providerId="AD" clId="Web-{CDBB5502-2A66-40B8-D4C9-951FEA186825}" dt="2026-06-15T09:43:22.573" v="236" actId="20577"/>
          <ac:spMkLst>
            <pc:docMk/>
            <pc:sldMk cId="550632027" sldId="268"/>
            <ac:spMk id="3" creationId="{D1D9A3D0-8005-BD17-DCEC-915933A24243}"/>
          </ac:spMkLst>
        </pc:spChg>
      </pc:sldChg>
      <pc:sldChg chg="addSp delSp modSp new">
        <pc:chgData name="Sarath V." userId="S::sarath.v@nestgroup.net::11759a50-5485-4f58-ac09-6b79d4ba9e0d" providerId="AD" clId="Web-{CDBB5502-2A66-40B8-D4C9-951FEA186825}" dt="2026-06-15T09:44:55.543" v="260" actId="20577"/>
        <pc:sldMkLst>
          <pc:docMk/>
          <pc:sldMk cId="3693915126" sldId="269"/>
        </pc:sldMkLst>
        <pc:spChg chg="mod">
          <ac:chgData name="Sarath V." userId="S::sarath.v@nestgroup.net::11759a50-5485-4f58-ac09-6b79d4ba9e0d" providerId="AD" clId="Web-{CDBB5502-2A66-40B8-D4C9-951FEA186825}" dt="2026-06-15T09:43:39.088" v="238" actId="20577"/>
          <ac:spMkLst>
            <pc:docMk/>
            <pc:sldMk cId="3693915126" sldId="269"/>
            <ac:spMk id="2" creationId="{655D5F64-0649-7A34-88B6-F898B3D0862E}"/>
          </ac:spMkLst>
        </pc:spChg>
        <pc:spChg chg="del">
          <ac:chgData name="Sarath V." userId="S::sarath.v@nestgroup.net::11759a50-5485-4f58-ac09-6b79d4ba9e0d" providerId="AD" clId="Web-{CDBB5502-2A66-40B8-D4C9-951FEA186825}" dt="2026-06-15T09:43:42.838" v="239"/>
          <ac:spMkLst>
            <pc:docMk/>
            <pc:sldMk cId="3693915126" sldId="269"/>
            <ac:spMk id="3" creationId="{3286A74A-925B-16A9-AD0F-F42FA908322E}"/>
          </ac:spMkLst>
        </pc:spChg>
        <pc:spChg chg="add mod">
          <ac:chgData name="Sarath V." userId="S::sarath.v@nestgroup.net::11759a50-5485-4f58-ac09-6b79d4ba9e0d" providerId="AD" clId="Web-{CDBB5502-2A66-40B8-D4C9-951FEA186825}" dt="2026-06-15T09:44:43.980" v="257" actId="20577"/>
          <ac:spMkLst>
            <pc:docMk/>
            <pc:sldMk cId="3693915126" sldId="269"/>
            <ac:spMk id="4" creationId="{051F2F35-E338-6334-C195-F782A6620428}"/>
          </ac:spMkLst>
        </pc:spChg>
        <pc:spChg chg="add mod">
          <ac:chgData name="Sarath V." userId="S::sarath.v@nestgroup.net::11759a50-5485-4f58-ac09-6b79d4ba9e0d" providerId="AD" clId="Web-{CDBB5502-2A66-40B8-D4C9-951FEA186825}" dt="2026-06-15T09:44:55.543" v="260" actId="20577"/>
          <ac:spMkLst>
            <pc:docMk/>
            <pc:sldMk cId="3693915126" sldId="269"/>
            <ac:spMk id="5" creationId="{A948B174-8262-6D1F-AC0A-3A8D16972835}"/>
          </ac:spMkLst>
        </pc:spChg>
      </pc:sldChg>
      <pc:sldChg chg="addSp modSp new">
        <pc:chgData name="Sarath V." userId="S::sarath.v@nestgroup.net::11759a50-5485-4f58-ac09-6b79d4ba9e0d" providerId="AD" clId="Web-{CDBB5502-2A66-40B8-D4C9-951FEA186825}" dt="2026-06-15T09:47:11.435" v="333"/>
        <pc:sldMkLst>
          <pc:docMk/>
          <pc:sldMk cId="1828845620" sldId="270"/>
        </pc:sldMkLst>
        <pc:spChg chg="mod">
          <ac:chgData name="Sarath V." userId="S::sarath.v@nestgroup.net::11759a50-5485-4f58-ac09-6b79d4ba9e0d" providerId="AD" clId="Web-{CDBB5502-2A66-40B8-D4C9-951FEA186825}" dt="2026-06-15T09:45:37.215" v="263" actId="20577"/>
          <ac:spMkLst>
            <pc:docMk/>
            <pc:sldMk cId="1828845620" sldId="270"/>
            <ac:spMk id="2" creationId="{BD06C8C2-4087-6EC3-53DF-5C762F79F696}"/>
          </ac:spMkLst>
        </pc:spChg>
        <pc:spChg chg="mod">
          <ac:chgData name="Sarath V." userId="S::sarath.v@nestgroup.net::11759a50-5485-4f58-ac09-6b79d4ba9e0d" providerId="AD" clId="Web-{CDBB5502-2A66-40B8-D4C9-951FEA186825}" dt="2026-06-15T09:46:19.544" v="274" actId="20577"/>
          <ac:spMkLst>
            <pc:docMk/>
            <pc:sldMk cId="1828845620" sldId="270"/>
            <ac:spMk id="3" creationId="{DCD884BC-2819-017F-9CC1-3A868FBBA4BC}"/>
          </ac:spMkLst>
        </pc:spChg>
        <pc:graphicFrameChg chg="add mod modGraphic">
          <ac:chgData name="Sarath V." userId="S::sarath.v@nestgroup.net::11759a50-5485-4f58-ac09-6b79d4ba9e0d" providerId="AD" clId="Web-{CDBB5502-2A66-40B8-D4C9-951FEA186825}" dt="2026-06-15T09:47:11.435" v="333"/>
          <ac:graphicFrameMkLst>
            <pc:docMk/>
            <pc:sldMk cId="1828845620" sldId="270"/>
            <ac:graphicFrameMk id="5" creationId="{2D618DAF-BCA7-1843-9A62-44F0568DE49C}"/>
          </ac:graphicFrameMkLst>
        </pc:graphicFrameChg>
      </pc:sldChg>
      <pc:sldChg chg="addSp delSp modSp new">
        <pc:chgData name="Sarath V." userId="S::sarath.v@nestgroup.net::11759a50-5485-4f58-ac09-6b79d4ba9e0d" providerId="AD" clId="Web-{CDBB5502-2A66-40B8-D4C9-951FEA186825}" dt="2026-06-15T09:47:56.201" v="346"/>
        <pc:sldMkLst>
          <pc:docMk/>
          <pc:sldMk cId="2298178470" sldId="271"/>
        </pc:sldMkLst>
        <pc:spChg chg="mod">
          <ac:chgData name="Sarath V." userId="S::sarath.v@nestgroup.net::11759a50-5485-4f58-ac09-6b79d4ba9e0d" providerId="AD" clId="Web-{CDBB5502-2A66-40B8-D4C9-951FEA186825}" dt="2026-06-15T09:47:30.404" v="335" actId="20577"/>
          <ac:spMkLst>
            <pc:docMk/>
            <pc:sldMk cId="2298178470" sldId="271"/>
            <ac:spMk id="2" creationId="{84F34AED-7EEE-FFC0-86DB-F286D27BD3B7}"/>
          </ac:spMkLst>
        </pc:spChg>
        <pc:spChg chg="del mod">
          <ac:chgData name="Sarath V." userId="S::sarath.v@nestgroup.net::11759a50-5485-4f58-ac09-6b79d4ba9e0d" providerId="AD" clId="Web-{CDBB5502-2A66-40B8-D4C9-951FEA186825}" dt="2026-06-15T09:47:42.138" v="341"/>
          <ac:spMkLst>
            <pc:docMk/>
            <pc:sldMk cId="2298178470" sldId="271"/>
            <ac:spMk id="3" creationId="{3632FDBA-4AC0-C0D3-1842-43CA41BE51F2}"/>
          </ac:spMkLst>
        </pc:spChg>
        <pc:spChg chg="add mod">
          <ac:chgData name="Sarath V." userId="S::sarath.v@nestgroup.net::11759a50-5485-4f58-ac09-6b79d4ba9e0d" providerId="AD" clId="Web-{CDBB5502-2A66-40B8-D4C9-951FEA186825}" dt="2026-06-15T09:47:56.201" v="346"/>
          <ac:spMkLst>
            <pc:docMk/>
            <pc:sldMk cId="2298178470" sldId="271"/>
            <ac:spMk id="4" creationId="{318831A5-5B45-2547-23DA-C3A0D42B28C5}"/>
          </ac:spMkLst>
        </pc:spChg>
      </pc:sldChg>
      <pc:sldChg chg="addSp delSp modSp new">
        <pc:chgData name="Sarath V." userId="S::sarath.v@nestgroup.net::11759a50-5485-4f58-ac09-6b79d4ba9e0d" providerId="AD" clId="Web-{CDBB5502-2A66-40B8-D4C9-951FEA186825}" dt="2026-06-15T09:48:57.717" v="352"/>
        <pc:sldMkLst>
          <pc:docMk/>
          <pc:sldMk cId="2074943340" sldId="272"/>
        </pc:sldMkLst>
        <pc:spChg chg="mod">
          <ac:chgData name="Sarath V." userId="S::sarath.v@nestgroup.net::11759a50-5485-4f58-ac09-6b79d4ba9e0d" providerId="AD" clId="Web-{CDBB5502-2A66-40B8-D4C9-951FEA186825}" dt="2026-06-15T09:48:41.780" v="348" actId="20577"/>
          <ac:spMkLst>
            <pc:docMk/>
            <pc:sldMk cId="2074943340" sldId="272"/>
            <ac:spMk id="2" creationId="{F1BDCE6A-EDA7-AA1E-FE3A-A14C0F330459}"/>
          </ac:spMkLst>
        </pc:spChg>
        <pc:spChg chg="del">
          <ac:chgData name="Sarath V." userId="S::sarath.v@nestgroup.net::11759a50-5485-4f58-ac09-6b79d4ba9e0d" providerId="AD" clId="Web-{CDBB5502-2A66-40B8-D4C9-951FEA186825}" dt="2026-06-15T09:48:52.764" v="349"/>
          <ac:spMkLst>
            <pc:docMk/>
            <pc:sldMk cId="2074943340" sldId="272"/>
            <ac:spMk id="3" creationId="{FEE33067-C3C5-B7A6-9380-2992A485416E}"/>
          </ac:spMkLst>
        </pc:spChg>
        <pc:graphicFrameChg chg="add mod ord modGraphic">
          <ac:chgData name="Sarath V." userId="S::sarath.v@nestgroup.net::11759a50-5485-4f58-ac09-6b79d4ba9e0d" providerId="AD" clId="Web-{CDBB5502-2A66-40B8-D4C9-951FEA186825}" dt="2026-06-15T09:48:57.717" v="352"/>
          <ac:graphicFrameMkLst>
            <pc:docMk/>
            <pc:sldMk cId="2074943340" sldId="272"/>
            <ac:graphicFrameMk id="5" creationId="{D43AB610-8CC9-CBE3-7F79-746250E4760E}"/>
          </ac:graphicFrameMkLst>
        </pc:graphicFrameChg>
      </pc:sldChg>
      <pc:sldChg chg="addSp delSp modSp new">
        <pc:chgData name="Sarath V." userId="S::sarath.v@nestgroup.net::11759a50-5485-4f58-ac09-6b79d4ba9e0d" providerId="AD" clId="Web-{CDBB5502-2A66-40B8-D4C9-951FEA186825}" dt="2026-06-15T09:50:03.906" v="358"/>
        <pc:sldMkLst>
          <pc:docMk/>
          <pc:sldMk cId="320968648" sldId="273"/>
        </pc:sldMkLst>
        <pc:spChg chg="mod">
          <ac:chgData name="Sarath V." userId="S::sarath.v@nestgroup.net::11759a50-5485-4f58-ac09-6b79d4ba9e0d" providerId="AD" clId="Web-{CDBB5502-2A66-40B8-D4C9-951FEA186825}" dt="2026-06-15T09:49:43.718" v="354" actId="20577"/>
          <ac:spMkLst>
            <pc:docMk/>
            <pc:sldMk cId="320968648" sldId="273"/>
            <ac:spMk id="2" creationId="{6052445D-C5C0-25E3-F375-D7AF992B3E36}"/>
          </ac:spMkLst>
        </pc:spChg>
        <pc:spChg chg="del">
          <ac:chgData name="Sarath V." userId="S::sarath.v@nestgroup.net::11759a50-5485-4f58-ac09-6b79d4ba9e0d" providerId="AD" clId="Web-{CDBB5502-2A66-40B8-D4C9-951FEA186825}" dt="2026-06-15T09:49:58.015" v="355"/>
          <ac:spMkLst>
            <pc:docMk/>
            <pc:sldMk cId="320968648" sldId="273"/>
            <ac:spMk id="3" creationId="{B21CFC7D-A908-B60A-42C7-FC90FBAE9F45}"/>
          </ac:spMkLst>
        </pc:spChg>
        <pc:graphicFrameChg chg="add mod ord modGraphic">
          <ac:chgData name="Sarath V." userId="S::sarath.v@nestgroup.net::11759a50-5485-4f58-ac09-6b79d4ba9e0d" providerId="AD" clId="Web-{CDBB5502-2A66-40B8-D4C9-951FEA186825}" dt="2026-06-15T09:50:03.906" v="358"/>
          <ac:graphicFrameMkLst>
            <pc:docMk/>
            <pc:sldMk cId="320968648" sldId="273"/>
            <ac:graphicFrameMk id="5" creationId="{356EBED3-84C1-9FD8-A0EC-683711D23B18}"/>
          </ac:graphicFrameMkLst>
        </pc:graphicFrameChg>
      </pc:sldChg>
      <pc:sldChg chg="modSp new">
        <pc:chgData name="Sarath V." userId="S::sarath.v@nestgroup.net::11759a50-5485-4f58-ac09-6b79d4ba9e0d" providerId="AD" clId="Web-{CDBB5502-2A66-40B8-D4C9-951FEA186825}" dt="2026-06-15T09:50:29.656" v="363" actId="20577"/>
        <pc:sldMkLst>
          <pc:docMk/>
          <pc:sldMk cId="3654195601" sldId="274"/>
        </pc:sldMkLst>
        <pc:spChg chg="mod">
          <ac:chgData name="Sarath V." userId="S::sarath.v@nestgroup.net::11759a50-5485-4f58-ac09-6b79d4ba9e0d" providerId="AD" clId="Web-{CDBB5502-2A66-40B8-D4C9-951FEA186825}" dt="2026-06-15T09:50:19.984" v="360" actId="20577"/>
          <ac:spMkLst>
            <pc:docMk/>
            <pc:sldMk cId="3654195601" sldId="274"/>
            <ac:spMk id="2" creationId="{DC8E1782-E399-6C36-1DC6-D94E5AAEFA45}"/>
          </ac:spMkLst>
        </pc:spChg>
        <pc:spChg chg="mod">
          <ac:chgData name="Sarath V." userId="S::sarath.v@nestgroup.net::11759a50-5485-4f58-ac09-6b79d4ba9e0d" providerId="AD" clId="Web-{CDBB5502-2A66-40B8-D4C9-951FEA186825}" dt="2026-06-15T09:50:29.656" v="363" actId="20577"/>
          <ac:spMkLst>
            <pc:docMk/>
            <pc:sldMk cId="3654195601" sldId="274"/>
            <ac:spMk id="3" creationId="{99D8C651-4380-7B9E-CBBC-0E68B8FE0A2C}"/>
          </ac:spMkLst>
        </pc:spChg>
      </pc:sldChg>
      <pc:sldChg chg="modSp new">
        <pc:chgData name="Sarath V." userId="S::sarath.v@nestgroup.net::11759a50-5485-4f58-ac09-6b79d4ba9e0d" providerId="AD" clId="Web-{CDBB5502-2A66-40B8-D4C9-951FEA186825}" dt="2026-06-15T09:51:34.516" v="393" actId="20577"/>
        <pc:sldMkLst>
          <pc:docMk/>
          <pc:sldMk cId="306989044" sldId="275"/>
        </pc:sldMkLst>
        <pc:spChg chg="mod">
          <ac:chgData name="Sarath V." userId="S::sarath.v@nestgroup.net::11759a50-5485-4f58-ac09-6b79d4ba9e0d" providerId="AD" clId="Web-{CDBB5502-2A66-40B8-D4C9-951FEA186825}" dt="2026-06-15T09:50:42.687" v="365" actId="20577"/>
          <ac:spMkLst>
            <pc:docMk/>
            <pc:sldMk cId="306989044" sldId="275"/>
            <ac:spMk id="2" creationId="{12864A37-43D8-8B23-3A2A-172BB4A1019F}"/>
          </ac:spMkLst>
        </pc:spChg>
        <pc:spChg chg="mod">
          <ac:chgData name="Sarath V." userId="S::sarath.v@nestgroup.net::11759a50-5485-4f58-ac09-6b79d4ba9e0d" providerId="AD" clId="Web-{CDBB5502-2A66-40B8-D4C9-951FEA186825}" dt="2026-06-15T09:51:34.516" v="393" actId="20577"/>
          <ac:spMkLst>
            <pc:docMk/>
            <pc:sldMk cId="306989044" sldId="275"/>
            <ac:spMk id="3" creationId="{8CD31506-1BFD-5FE9-0ECC-04E215D9E107}"/>
          </ac:spMkLst>
        </pc:spChg>
      </pc:sldChg>
      <pc:sldChg chg="addSp delSp modSp new">
        <pc:chgData name="Sarath V." userId="S::sarath.v@nestgroup.net::11759a50-5485-4f58-ac09-6b79d4ba9e0d" providerId="AD" clId="Web-{CDBB5502-2A66-40B8-D4C9-951FEA186825}" dt="2026-06-15T09:52:19.282" v="557"/>
        <pc:sldMkLst>
          <pc:docMk/>
          <pc:sldMk cId="3025211982" sldId="276"/>
        </pc:sldMkLst>
        <pc:spChg chg="mod">
          <ac:chgData name="Sarath V." userId="S::sarath.v@nestgroup.net::11759a50-5485-4f58-ac09-6b79d4ba9e0d" providerId="AD" clId="Web-{CDBB5502-2A66-40B8-D4C9-951FEA186825}" dt="2026-06-15T09:51:52.704" v="396" actId="20577"/>
          <ac:spMkLst>
            <pc:docMk/>
            <pc:sldMk cId="3025211982" sldId="276"/>
            <ac:spMk id="2" creationId="{79525D2D-2DAC-AD4B-FE7E-739F2259662E}"/>
          </ac:spMkLst>
        </pc:spChg>
        <pc:spChg chg="del">
          <ac:chgData name="Sarath V." userId="S::sarath.v@nestgroup.net::11759a50-5485-4f58-ac09-6b79d4ba9e0d" providerId="AD" clId="Web-{CDBB5502-2A66-40B8-D4C9-951FEA186825}" dt="2026-06-15T09:52:04.173" v="397"/>
          <ac:spMkLst>
            <pc:docMk/>
            <pc:sldMk cId="3025211982" sldId="276"/>
            <ac:spMk id="3" creationId="{31A7D59D-9F0E-4790-143A-EF71A22F8A6F}"/>
          </ac:spMkLst>
        </pc:spChg>
        <pc:graphicFrameChg chg="add mod ord modGraphic">
          <ac:chgData name="Sarath V." userId="S::sarath.v@nestgroup.net::11759a50-5485-4f58-ac09-6b79d4ba9e0d" providerId="AD" clId="Web-{CDBB5502-2A66-40B8-D4C9-951FEA186825}" dt="2026-06-15T09:52:19.282" v="557"/>
          <ac:graphicFrameMkLst>
            <pc:docMk/>
            <pc:sldMk cId="3025211982" sldId="276"/>
            <ac:graphicFrameMk id="5" creationId="{5E351476-6CFB-4583-4695-F70A8CE8F914}"/>
          </ac:graphicFrameMkLst>
        </pc:graphicFrameChg>
      </pc:sldChg>
      <pc:sldChg chg="modSp new">
        <pc:chgData name="Sarath V." userId="S::sarath.v@nestgroup.net::11759a50-5485-4f58-ac09-6b79d4ba9e0d" providerId="AD" clId="Web-{CDBB5502-2A66-40B8-D4C9-951FEA186825}" dt="2026-06-15T09:53:00.736" v="564"/>
        <pc:sldMkLst>
          <pc:docMk/>
          <pc:sldMk cId="4183451626" sldId="277"/>
        </pc:sldMkLst>
        <pc:spChg chg="mod">
          <ac:chgData name="Sarath V." userId="S::sarath.v@nestgroup.net::11759a50-5485-4f58-ac09-6b79d4ba9e0d" providerId="AD" clId="Web-{CDBB5502-2A66-40B8-D4C9-951FEA186825}" dt="2026-06-15T09:52:36.158" v="559" actId="20577"/>
          <ac:spMkLst>
            <pc:docMk/>
            <pc:sldMk cId="4183451626" sldId="277"/>
            <ac:spMk id="2" creationId="{C2C764BF-7358-94F9-29CD-5A2A53DFAE77}"/>
          </ac:spMkLst>
        </pc:spChg>
        <pc:spChg chg="mod">
          <ac:chgData name="Sarath V." userId="S::sarath.v@nestgroup.net::11759a50-5485-4f58-ac09-6b79d4ba9e0d" providerId="AD" clId="Web-{CDBB5502-2A66-40B8-D4C9-951FEA186825}" dt="2026-06-15T09:53:00.736" v="564"/>
          <ac:spMkLst>
            <pc:docMk/>
            <pc:sldMk cId="4183451626" sldId="277"/>
            <ac:spMk id="3" creationId="{CC600E01-4BBD-FA12-209F-C94184BAD803}"/>
          </ac:spMkLst>
        </pc:spChg>
      </pc:sldChg>
    </pc:docChg>
  </pc:docChgLst>
  <pc:docChgLst>
    <pc:chgData name="Sarath V." userId="S::sarath.v@nestgroup.net::11759a50-5485-4f58-ac09-6b79d4ba9e0d" providerId="AD" clId="Web-{05529B2D-779F-E27B-F3FB-CB107F410DFE}"/>
    <pc:docChg chg="addSld delSld modSld">
      <pc:chgData name="Sarath V." userId="S::sarath.v@nestgroup.net::11759a50-5485-4f58-ac09-6b79d4ba9e0d" providerId="AD" clId="Web-{05529B2D-779F-E27B-F3FB-CB107F410DFE}" dt="2026-06-15T09:26:52.143" v="289" actId="20577"/>
      <pc:docMkLst>
        <pc:docMk/>
      </pc:docMkLst>
      <pc:sldChg chg="modSp del">
        <pc:chgData name="Sarath V." userId="S::sarath.v@nestgroup.net::11759a50-5485-4f58-ac09-6b79d4ba9e0d" providerId="AD" clId="Web-{05529B2D-779F-E27B-F3FB-CB107F410DFE}" dt="2026-06-15T09:04:53.069" v="2"/>
        <pc:sldMkLst>
          <pc:docMk/>
          <pc:sldMk cId="109857222" sldId="256"/>
        </pc:sldMkLst>
        <pc:spChg chg="mod">
          <ac:chgData name="Sarath V." userId="S::sarath.v@nestgroup.net::11759a50-5485-4f58-ac09-6b79d4ba9e0d" providerId="AD" clId="Web-{05529B2D-779F-E27B-F3FB-CB107F410DFE}" dt="2026-06-15T09:04:44.835" v="0" actId="1076"/>
          <ac:spMkLst>
            <pc:docMk/>
            <pc:sldMk cId="109857222" sldId="256"/>
            <ac:spMk id="2" creationId="{00000000-0000-0000-0000-000000000000}"/>
          </ac:spMkLst>
        </pc:spChg>
      </pc:sldChg>
      <pc:sldChg chg="modSp new">
        <pc:chgData name="Sarath V." userId="S::sarath.v@nestgroup.net::11759a50-5485-4f58-ac09-6b79d4ba9e0d" providerId="AD" clId="Web-{05529B2D-779F-E27B-F3FB-CB107F410DFE}" dt="2026-06-15T09:05:28.008" v="8" actId="20577"/>
        <pc:sldMkLst>
          <pc:docMk/>
          <pc:sldMk cId="3588362622" sldId="257"/>
        </pc:sldMkLst>
        <pc:spChg chg="mod">
          <ac:chgData name="Sarath V." userId="S::sarath.v@nestgroup.net::11759a50-5485-4f58-ac09-6b79d4ba9e0d" providerId="AD" clId="Web-{05529B2D-779F-E27B-F3FB-CB107F410DFE}" dt="2026-06-15T09:05:04.023" v="4" actId="20577"/>
          <ac:spMkLst>
            <pc:docMk/>
            <pc:sldMk cId="3588362622" sldId="257"/>
            <ac:spMk id="2" creationId="{753E78DD-E1C6-5848-C09B-03BE6DD8733D}"/>
          </ac:spMkLst>
        </pc:spChg>
        <pc:spChg chg="mod">
          <ac:chgData name="Sarath V." userId="S::sarath.v@nestgroup.net::11759a50-5485-4f58-ac09-6b79d4ba9e0d" providerId="AD" clId="Web-{05529B2D-779F-E27B-F3FB-CB107F410DFE}" dt="2026-06-15T09:05:28.008" v="8" actId="20577"/>
          <ac:spMkLst>
            <pc:docMk/>
            <pc:sldMk cId="3588362622" sldId="257"/>
            <ac:spMk id="3" creationId="{5281151D-EFC6-F723-16A9-4C30252AAABC}"/>
          </ac:spMkLst>
        </pc:spChg>
      </pc:sldChg>
      <pc:sldChg chg="modSp new">
        <pc:chgData name="Sarath V." userId="S::sarath.v@nestgroup.net::11759a50-5485-4f58-ac09-6b79d4ba9e0d" providerId="AD" clId="Web-{05529B2D-779F-E27B-F3FB-CB107F410DFE}" dt="2026-06-15T09:06:14.370" v="16"/>
        <pc:sldMkLst>
          <pc:docMk/>
          <pc:sldMk cId="1949603652" sldId="258"/>
        </pc:sldMkLst>
        <pc:spChg chg="mod">
          <ac:chgData name="Sarath V." userId="S::sarath.v@nestgroup.net::11759a50-5485-4f58-ac09-6b79d4ba9e0d" providerId="AD" clId="Web-{05529B2D-779F-E27B-F3FB-CB107F410DFE}" dt="2026-06-15T09:05:47.994" v="11" actId="20577"/>
          <ac:spMkLst>
            <pc:docMk/>
            <pc:sldMk cId="1949603652" sldId="258"/>
            <ac:spMk id="2" creationId="{791C8183-0A5F-030D-5469-5645C905C2C1}"/>
          </ac:spMkLst>
        </pc:spChg>
        <pc:spChg chg="mod">
          <ac:chgData name="Sarath V." userId="S::sarath.v@nestgroup.net::11759a50-5485-4f58-ac09-6b79d4ba9e0d" providerId="AD" clId="Web-{05529B2D-779F-E27B-F3FB-CB107F410DFE}" dt="2026-06-15T09:06:14.370" v="16"/>
          <ac:spMkLst>
            <pc:docMk/>
            <pc:sldMk cId="1949603652" sldId="258"/>
            <ac:spMk id="3" creationId="{DF56646C-0367-07CE-1D16-BF6B9CB0770D}"/>
          </ac:spMkLst>
        </pc:spChg>
      </pc:sldChg>
      <pc:sldChg chg="addSp delSp modSp new">
        <pc:chgData name="Sarath V." userId="S::sarath.v@nestgroup.net::11759a50-5485-4f58-ac09-6b79d4ba9e0d" providerId="AD" clId="Web-{05529B2D-779F-E27B-F3FB-CB107F410DFE}" dt="2026-06-15T09:19:30.217" v="195" actId="20577"/>
        <pc:sldMkLst>
          <pc:docMk/>
          <pc:sldMk cId="2716578872" sldId="259"/>
        </pc:sldMkLst>
        <pc:spChg chg="del">
          <ac:chgData name="Sarath V." userId="S::sarath.v@nestgroup.net::11759a50-5485-4f58-ac09-6b79d4ba9e0d" providerId="AD" clId="Web-{05529B2D-779F-E27B-F3FB-CB107F410DFE}" dt="2026-06-15T09:06:37.839" v="18"/>
          <ac:spMkLst>
            <pc:docMk/>
            <pc:sldMk cId="2716578872" sldId="259"/>
            <ac:spMk id="2" creationId="{6CA5E86A-7D34-0973-DAFB-CC94FE340043}"/>
          </ac:spMkLst>
        </pc:spChg>
        <pc:spChg chg="del mod">
          <ac:chgData name="Sarath V." userId="S::sarath.v@nestgroup.net::11759a50-5485-4f58-ac09-6b79d4ba9e0d" providerId="AD" clId="Web-{05529B2D-779F-E27B-F3FB-CB107F410DFE}" dt="2026-06-15T09:09:37.332" v="61"/>
          <ac:spMkLst>
            <pc:docMk/>
            <pc:sldMk cId="2716578872" sldId="259"/>
            <ac:spMk id="3" creationId="{56474DFD-CE15-F6C9-713E-53173A83F8AB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294" v="174" actId="1076"/>
          <ac:spMkLst>
            <pc:docMk/>
            <pc:sldMk cId="2716578872" sldId="259"/>
            <ac:spMk id="4" creationId="{91EB1B33-A156-9DE7-C55B-64DC91CFA2C0}"/>
          </ac:spMkLst>
        </pc:spChg>
        <pc:spChg chg="add del mod">
          <ac:chgData name="Sarath V." userId="S::sarath.v@nestgroup.net::11759a50-5485-4f58-ac09-6b79d4ba9e0d" providerId="AD" clId="Web-{05529B2D-779F-E27B-F3FB-CB107F410DFE}" dt="2026-06-15T09:09:25.878" v="58"/>
          <ac:spMkLst>
            <pc:docMk/>
            <pc:sldMk cId="2716578872" sldId="259"/>
            <ac:spMk id="5" creationId="{9764AFF2-75F8-7D30-288F-B5997EE23174}"/>
          </ac:spMkLst>
        </pc:spChg>
        <pc:spChg chg="add del mod">
          <ac:chgData name="Sarath V." userId="S::sarath.v@nestgroup.net::11759a50-5485-4f58-ac09-6b79d4ba9e0d" providerId="AD" clId="Web-{05529B2D-779F-E27B-F3FB-CB107F410DFE}" dt="2026-06-15T09:17:05.680" v="156"/>
          <ac:spMkLst>
            <pc:docMk/>
            <pc:sldMk cId="2716578872" sldId="259"/>
            <ac:spMk id="6" creationId="{9C7D4959-4A80-E710-08C7-D43E5AD081DC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10" v="175" actId="1076"/>
          <ac:spMkLst>
            <pc:docMk/>
            <pc:sldMk cId="2716578872" sldId="259"/>
            <ac:spMk id="7" creationId="{72C523A7-3618-8A73-79C0-29F74A9428CE}"/>
          </ac:spMkLst>
        </pc:spChg>
        <pc:spChg chg="add del mod">
          <ac:chgData name="Sarath V." userId="S::sarath.v@nestgroup.net::11759a50-5485-4f58-ac09-6b79d4ba9e0d" providerId="AD" clId="Web-{05529B2D-779F-E27B-F3FB-CB107F410DFE}" dt="2026-06-15T09:18:32.949" v="170"/>
          <ac:spMkLst>
            <pc:docMk/>
            <pc:sldMk cId="2716578872" sldId="259"/>
            <ac:spMk id="8" creationId="{3056625D-6A54-3F17-E787-D16FB5A46BEE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26" v="176" actId="1076"/>
          <ac:spMkLst>
            <pc:docMk/>
            <pc:sldMk cId="2716578872" sldId="259"/>
            <ac:spMk id="9" creationId="{1E855F8E-8D7F-0476-A8AA-47B58C10D513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26" v="177" actId="1076"/>
          <ac:spMkLst>
            <pc:docMk/>
            <pc:sldMk cId="2716578872" sldId="259"/>
            <ac:spMk id="10" creationId="{D155BEA6-E717-3CA2-B3C7-5E3C91A4D0B7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41" v="178" actId="1076"/>
          <ac:spMkLst>
            <pc:docMk/>
            <pc:sldMk cId="2716578872" sldId="259"/>
            <ac:spMk id="11" creationId="{49228180-C836-1C91-2F26-0F47F2694FD6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57" v="179" actId="1076"/>
          <ac:spMkLst>
            <pc:docMk/>
            <pc:sldMk cId="2716578872" sldId="259"/>
            <ac:spMk id="12" creationId="{8DDED353-0084-C8F3-8401-2D5E50513871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72" v="180" actId="1076"/>
          <ac:spMkLst>
            <pc:docMk/>
            <pc:sldMk cId="2716578872" sldId="259"/>
            <ac:spMk id="13" creationId="{E9B0A4E8-09CC-CD3A-A7E9-F82B3EDF6A47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72" v="181" actId="1076"/>
          <ac:spMkLst>
            <pc:docMk/>
            <pc:sldMk cId="2716578872" sldId="259"/>
            <ac:spMk id="14" creationId="{07BBC6CD-6527-5F94-D26E-E30ADF839C4F}"/>
          </ac:spMkLst>
        </pc:spChg>
        <pc:spChg chg="add del mod">
          <ac:chgData name="Sarath V." userId="S::sarath.v@nestgroup.net::11759a50-5485-4f58-ac09-6b79d4ba9e0d" providerId="AD" clId="Web-{05529B2D-779F-E27B-F3FB-CB107F410DFE}" dt="2026-06-15T09:14:50.924" v="131"/>
          <ac:spMkLst>
            <pc:docMk/>
            <pc:sldMk cId="2716578872" sldId="259"/>
            <ac:spMk id="15" creationId="{35778F95-B876-2B78-D5D5-4491E8E79F5E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88" v="182" actId="1076"/>
          <ac:spMkLst>
            <pc:docMk/>
            <pc:sldMk cId="2716578872" sldId="259"/>
            <ac:spMk id="16" creationId="{7D9011EB-B12A-C78E-3BCB-2EB54336192C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388" v="183" actId="1076"/>
          <ac:spMkLst>
            <pc:docMk/>
            <pc:sldMk cId="2716578872" sldId="259"/>
            <ac:spMk id="17" creationId="{C3ECABDF-2B9D-D210-B6BC-6F91D74379B5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404" v="184" actId="1076"/>
          <ac:spMkLst>
            <pc:docMk/>
            <pc:sldMk cId="2716578872" sldId="259"/>
            <ac:spMk id="18" creationId="{C90EAEC4-83EB-2A74-63A8-64069ED09DF7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419" v="185" actId="1076"/>
          <ac:spMkLst>
            <pc:docMk/>
            <pc:sldMk cId="2716578872" sldId="259"/>
            <ac:spMk id="19" creationId="{B2CE5F85-EFCC-37BE-DABA-4553594A9B04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419" v="186" actId="1076"/>
          <ac:spMkLst>
            <pc:docMk/>
            <pc:sldMk cId="2716578872" sldId="259"/>
            <ac:spMk id="20" creationId="{098CF253-3C11-774A-0B58-438E81611824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435" v="187" actId="1076"/>
          <ac:spMkLst>
            <pc:docMk/>
            <pc:sldMk cId="2716578872" sldId="259"/>
            <ac:spMk id="21" creationId="{E006C848-6154-A35E-F156-690AB4061A67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08.451" v="189" actId="1076"/>
          <ac:spMkLst>
            <pc:docMk/>
            <pc:sldMk cId="2716578872" sldId="259"/>
            <ac:spMk id="23" creationId="{23CB8F38-CDA2-A582-FCB4-F98C621512A5}"/>
          </ac:spMkLst>
        </pc:spChg>
        <pc:spChg chg="add mod">
          <ac:chgData name="Sarath V." userId="S::sarath.v@nestgroup.net::11759a50-5485-4f58-ac09-6b79d4ba9e0d" providerId="AD" clId="Web-{05529B2D-779F-E27B-F3FB-CB107F410DFE}" dt="2026-06-15T09:19:30.217" v="195" actId="20577"/>
          <ac:spMkLst>
            <pc:docMk/>
            <pc:sldMk cId="2716578872" sldId="259"/>
            <ac:spMk id="26" creationId="{95373443-2FDB-8CFD-2F54-FA098DC72E1D}"/>
          </ac:spMkLst>
        </pc:spChg>
        <pc:cxnChg chg="add mod">
          <ac:chgData name="Sarath V." userId="S::sarath.v@nestgroup.net::11759a50-5485-4f58-ac09-6b79d4ba9e0d" providerId="AD" clId="Web-{05529B2D-779F-E27B-F3FB-CB107F410DFE}" dt="2026-06-15T09:19:08.435" v="188" actId="1076"/>
          <ac:cxnSpMkLst>
            <pc:docMk/>
            <pc:sldMk cId="2716578872" sldId="259"/>
            <ac:cxnSpMk id="22" creationId="{E608185B-A1E5-FBF8-76AD-BEF1EED0D49B}"/>
          </ac:cxnSpMkLst>
        </pc:cxnChg>
        <pc:cxnChg chg="add mod">
          <ac:chgData name="Sarath V." userId="S::sarath.v@nestgroup.net::11759a50-5485-4f58-ac09-6b79d4ba9e0d" providerId="AD" clId="Web-{05529B2D-779F-E27B-F3FB-CB107F410DFE}" dt="2026-06-15T09:19:08.466" v="190" actId="1076"/>
          <ac:cxnSpMkLst>
            <pc:docMk/>
            <pc:sldMk cId="2716578872" sldId="259"/>
            <ac:cxnSpMk id="24" creationId="{2D55A953-5F16-B908-A763-1E2BA9BE9E45}"/>
          </ac:cxnSpMkLst>
        </pc:cxnChg>
      </pc:sldChg>
      <pc:sldChg chg="addSp modSp new">
        <pc:chgData name="Sarath V." userId="S::sarath.v@nestgroup.net::11759a50-5485-4f58-ac09-6b79d4ba9e0d" providerId="AD" clId="Web-{05529B2D-779F-E27B-F3FB-CB107F410DFE}" dt="2026-06-15T09:26:52.143" v="289" actId="20577"/>
        <pc:sldMkLst>
          <pc:docMk/>
          <pc:sldMk cId="1570618940" sldId="260"/>
        </pc:sldMkLst>
        <pc:spChg chg="mod">
          <ac:chgData name="Sarath V." userId="S::sarath.v@nestgroup.net::11759a50-5485-4f58-ac09-6b79d4ba9e0d" providerId="AD" clId="Web-{05529B2D-779F-E27B-F3FB-CB107F410DFE}" dt="2026-06-15T09:19:57.562" v="197" actId="20577"/>
          <ac:spMkLst>
            <pc:docMk/>
            <pc:sldMk cId="1570618940" sldId="260"/>
            <ac:spMk id="2" creationId="{41673B63-C885-D73A-F723-8E79BF7173B8}"/>
          </ac:spMkLst>
        </pc:spChg>
        <pc:spChg chg="mod">
          <ac:chgData name="Sarath V." userId="S::sarath.v@nestgroup.net::11759a50-5485-4f58-ac09-6b79d4ba9e0d" providerId="AD" clId="Web-{05529B2D-779F-E27B-F3FB-CB107F410DFE}" dt="2026-06-15T09:26:52.143" v="289" actId="20577"/>
          <ac:spMkLst>
            <pc:docMk/>
            <pc:sldMk cId="1570618940" sldId="260"/>
            <ac:spMk id="3" creationId="{17FBDD46-1585-ED7D-723F-5A0E0607BDD4}"/>
          </ac:spMkLst>
        </pc:spChg>
        <pc:spChg chg="add mod">
          <ac:chgData name="Sarath V." userId="S::sarath.v@nestgroup.net::11759a50-5485-4f58-ac09-6b79d4ba9e0d" providerId="AD" clId="Web-{05529B2D-779F-E27B-F3FB-CB107F410DFE}" dt="2026-06-15T09:24:29.277" v="257" actId="14100"/>
          <ac:spMkLst>
            <pc:docMk/>
            <pc:sldMk cId="1570618940" sldId="260"/>
            <ac:spMk id="4" creationId="{2C8BDDE6-6EE0-4DAD-8E55-A04D928D0075}"/>
          </ac:spMkLst>
        </pc:spChg>
        <pc:spChg chg="add mod">
          <ac:chgData name="Sarath V." userId="S::sarath.v@nestgroup.net::11759a50-5485-4f58-ac09-6b79d4ba9e0d" providerId="AD" clId="Web-{05529B2D-779F-E27B-F3FB-CB107F410DFE}" dt="2026-06-15T09:24:25.636" v="256" actId="14100"/>
          <ac:spMkLst>
            <pc:docMk/>
            <pc:sldMk cId="1570618940" sldId="260"/>
            <ac:spMk id="5" creationId="{B7A8CF6F-655C-0894-798A-55F706B902FC}"/>
          </ac:spMkLst>
        </pc:spChg>
        <pc:spChg chg="add mod">
          <ac:chgData name="Sarath V." userId="S::sarath.v@nestgroup.net::11759a50-5485-4f58-ac09-6b79d4ba9e0d" providerId="AD" clId="Web-{05529B2D-779F-E27B-F3FB-CB107F410DFE}" dt="2026-06-15T09:24:21.824" v="255" actId="14100"/>
          <ac:spMkLst>
            <pc:docMk/>
            <pc:sldMk cId="1570618940" sldId="260"/>
            <ac:spMk id="6" creationId="{E4D8BE69-7AB4-C99D-7BC4-05F3BE5325A6}"/>
          </ac:spMkLst>
        </pc:spChg>
        <pc:spChg chg="add mod">
          <ac:chgData name="Sarath V." userId="S::sarath.v@nestgroup.net::11759a50-5485-4f58-ac09-6b79d4ba9e0d" providerId="AD" clId="Web-{05529B2D-779F-E27B-F3FB-CB107F410DFE}" dt="2026-06-15T09:24:17.933" v="254" actId="14100"/>
          <ac:spMkLst>
            <pc:docMk/>
            <pc:sldMk cId="1570618940" sldId="260"/>
            <ac:spMk id="7" creationId="{444A6034-A277-D79D-25D7-AD420193623F}"/>
          </ac:spMkLst>
        </pc:spChg>
        <pc:spChg chg="add mod">
          <ac:chgData name="Sarath V." userId="S::sarath.v@nestgroup.net::11759a50-5485-4f58-ac09-6b79d4ba9e0d" providerId="AD" clId="Web-{05529B2D-779F-E27B-F3FB-CB107F410DFE}" dt="2026-06-15T09:24:04.307" v="250" actId="14100"/>
          <ac:spMkLst>
            <pc:docMk/>
            <pc:sldMk cId="1570618940" sldId="260"/>
            <ac:spMk id="8" creationId="{BC061B10-F519-EF3B-913B-04E434065712}"/>
          </ac:spMkLst>
        </pc:spChg>
        <pc:spChg chg="add mod">
          <ac:chgData name="Sarath V." userId="S::sarath.v@nestgroup.net::11759a50-5485-4f58-ac09-6b79d4ba9e0d" providerId="AD" clId="Web-{05529B2D-779F-E27B-F3FB-CB107F410DFE}" dt="2026-06-15T09:24:15.167" v="253" actId="14100"/>
          <ac:spMkLst>
            <pc:docMk/>
            <pc:sldMk cId="1570618940" sldId="260"/>
            <ac:spMk id="9" creationId="{740835B1-DFE5-CC90-9FEB-81F2B9B64D4E}"/>
          </ac:spMkLst>
        </pc:spChg>
        <pc:cxnChg chg="add mod">
          <ac:chgData name="Sarath V." userId="S::sarath.v@nestgroup.net::11759a50-5485-4f58-ac09-6b79d4ba9e0d" providerId="AD" clId="Web-{05529B2D-779F-E27B-F3FB-CB107F410DFE}" dt="2026-06-15T09:25:36.139" v="271" actId="14100"/>
          <ac:cxnSpMkLst>
            <pc:docMk/>
            <pc:sldMk cId="1570618940" sldId="260"/>
            <ac:cxnSpMk id="10" creationId="{AB061824-4FE5-1A6D-A9E6-BE8A8FF46AFE}"/>
          </ac:cxnSpMkLst>
        </pc:cxnChg>
        <pc:cxnChg chg="add mod">
          <ac:chgData name="Sarath V." userId="S::sarath.v@nestgroup.net::11759a50-5485-4f58-ac09-6b79d4ba9e0d" providerId="AD" clId="Web-{05529B2D-779F-E27B-F3FB-CB107F410DFE}" dt="2026-06-15T09:25:42.108" v="272" actId="14100"/>
          <ac:cxnSpMkLst>
            <pc:docMk/>
            <pc:sldMk cId="1570618940" sldId="260"/>
            <ac:cxnSpMk id="11" creationId="{5887816C-6B4E-0BAC-034A-AE4E7DB34EA5}"/>
          </ac:cxnSpMkLst>
        </pc:cxnChg>
        <pc:cxnChg chg="add mod">
          <ac:chgData name="Sarath V." userId="S::sarath.v@nestgroup.net::11759a50-5485-4f58-ac09-6b79d4ba9e0d" providerId="AD" clId="Web-{05529B2D-779F-E27B-F3FB-CB107F410DFE}" dt="2026-06-15T09:25:51.562" v="273" actId="14100"/>
          <ac:cxnSpMkLst>
            <pc:docMk/>
            <pc:sldMk cId="1570618940" sldId="260"/>
            <ac:cxnSpMk id="12" creationId="{A9DED3BB-57DA-51B8-CE8E-B7BBDD72E829}"/>
          </ac:cxnSpMkLst>
        </pc:cxnChg>
        <pc:cxnChg chg="add mod">
          <ac:chgData name="Sarath V." userId="S::sarath.v@nestgroup.net::11759a50-5485-4f58-ac09-6b79d4ba9e0d" providerId="AD" clId="Web-{05529B2D-779F-E27B-F3FB-CB107F410DFE}" dt="2026-06-15T09:25:55.953" v="274" actId="14100"/>
          <ac:cxnSpMkLst>
            <pc:docMk/>
            <pc:sldMk cId="1570618940" sldId="260"/>
            <ac:cxnSpMk id="13" creationId="{AA8C5E0C-0907-5E29-03F5-6865EC2264FD}"/>
          </ac:cxnSpMkLst>
        </pc:cxnChg>
        <pc:cxnChg chg="add mod">
          <ac:chgData name="Sarath V." userId="S::sarath.v@nestgroup.net::11759a50-5485-4f58-ac09-6b79d4ba9e0d" providerId="AD" clId="Web-{05529B2D-779F-E27B-F3FB-CB107F410DFE}" dt="2026-06-15T09:26:01.719" v="275" actId="14100"/>
          <ac:cxnSpMkLst>
            <pc:docMk/>
            <pc:sldMk cId="1570618940" sldId="260"/>
            <ac:cxnSpMk id="14" creationId="{10FD12A7-C334-099F-DB37-66589C0B9A8A}"/>
          </ac:cxnSpMkLst>
        </pc:cxnChg>
      </pc:sldChg>
    </pc:docChg>
  </pc:docChgLst>
  <pc:docChgLst>
    <pc:chgData name="Sarath V." userId="S::sarath.v@nestgroup.net::11759a50-5485-4f58-ac09-6b79d4ba9e0d" providerId="AD" clId="Web-{CA9D012A-85E8-71A2-7D63-8567173B6D99}"/>
    <pc:docChg chg="addSld modSld">
      <pc:chgData name="Sarath V." userId="S::sarath.v@nestgroup.net::11759a50-5485-4f58-ac09-6b79d4ba9e0d" providerId="AD" clId="Web-{CA9D012A-85E8-71A2-7D63-8567173B6D99}" dt="2026-06-15T14:20:13.724" v="319"/>
      <pc:docMkLst>
        <pc:docMk/>
      </pc:docMkLst>
      <pc:sldChg chg="addSp delSp modSp new">
        <pc:chgData name="Sarath V." userId="S::sarath.v@nestgroup.net::11759a50-5485-4f58-ac09-6b79d4ba9e0d" providerId="AD" clId="Web-{CA9D012A-85E8-71A2-7D63-8567173B6D99}" dt="2026-06-15T14:20:13.724" v="319"/>
        <pc:sldMkLst>
          <pc:docMk/>
          <pc:sldMk cId="2287427571" sldId="278"/>
        </pc:sldMkLst>
        <pc:spChg chg="mod">
          <ac:chgData name="Sarath V." userId="S::sarath.v@nestgroup.net::11759a50-5485-4f58-ac09-6b79d4ba9e0d" providerId="AD" clId="Web-{CA9D012A-85E8-71A2-7D63-8567173B6D99}" dt="2026-06-15T13:44:16.420" v="7" actId="20577"/>
          <ac:spMkLst>
            <pc:docMk/>
            <pc:sldMk cId="2287427571" sldId="278"/>
            <ac:spMk id="2" creationId="{8C272F7D-469F-0177-8E1D-9CBC9341E8CD}"/>
          </ac:spMkLst>
        </pc:spChg>
        <pc:spChg chg="del mod">
          <ac:chgData name="Sarath V." userId="S::sarath.v@nestgroup.net::11759a50-5485-4f58-ac09-6b79d4ba9e0d" providerId="AD" clId="Web-{CA9D012A-85E8-71A2-7D63-8567173B6D99}" dt="2026-06-15T14:19:12.332" v="277"/>
          <ac:spMkLst>
            <pc:docMk/>
            <pc:sldMk cId="2287427571" sldId="278"/>
            <ac:spMk id="3" creationId="{12490B4D-043F-9127-F129-F390CA04D908}"/>
          </ac:spMkLst>
        </pc:spChg>
        <pc:spChg chg="add del mod">
          <ac:chgData name="Sarath V." userId="S::sarath.v@nestgroup.net::11759a50-5485-4f58-ac09-6b79d4ba9e0d" providerId="AD" clId="Web-{CA9D012A-85E8-71A2-7D63-8567173B6D99}" dt="2026-06-15T14:19:24.910" v="282"/>
          <ac:spMkLst>
            <pc:docMk/>
            <pc:sldMk cId="2287427571" sldId="278"/>
            <ac:spMk id="8" creationId="{91AE4BB9-9011-A343-4F0A-4E6AEE2CDC71}"/>
          </ac:spMkLst>
        </pc:spChg>
        <pc:spChg chg="add del mod">
          <ac:chgData name="Sarath V." userId="S::sarath.v@nestgroup.net::11759a50-5485-4f58-ac09-6b79d4ba9e0d" providerId="AD" clId="Web-{CA9D012A-85E8-71A2-7D63-8567173B6D99}" dt="2026-06-15T14:19:33.020" v="285"/>
          <ac:spMkLst>
            <pc:docMk/>
            <pc:sldMk cId="2287427571" sldId="278"/>
            <ac:spMk id="11" creationId="{C54CFA31-8C42-AA01-BDB2-ABC2C2657550}"/>
          </ac:spMkLst>
        </pc:spChg>
        <pc:spChg chg="add del mod">
          <ac:chgData name="Sarath V." userId="S::sarath.v@nestgroup.net::11759a50-5485-4f58-ac09-6b79d4ba9e0d" providerId="AD" clId="Web-{CA9D012A-85E8-71A2-7D63-8567173B6D99}" dt="2026-06-15T14:19:28.286" v="283"/>
          <ac:spMkLst>
            <pc:docMk/>
            <pc:sldMk cId="2287427571" sldId="278"/>
            <ac:spMk id="17" creationId="{5D554F3C-6DA1-8C83-3711-D92304CBE220}"/>
          </ac:spMkLst>
        </pc:spChg>
        <pc:graphicFrameChg chg="add del mod modGraphic">
          <ac:chgData name="Sarath V." userId="S::sarath.v@nestgroup.net::11759a50-5485-4f58-ac09-6b79d4ba9e0d" providerId="AD" clId="Web-{CA9D012A-85E8-71A2-7D63-8567173B6D99}" dt="2026-06-15T14:19:17.785" v="280"/>
          <ac:graphicFrameMkLst>
            <pc:docMk/>
            <pc:sldMk cId="2287427571" sldId="278"/>
            <ac:graphicFrameMk id="5" creationId="{33C5361A-B715-4371-C2F5-68E690E2542D}"/>
          </ac:graphicFrameMkLst>
        </pc:graphicFrameChg>
        <pc:graphicFrameChg chg="add del mod modGraphic">
          <ac:chgData name="Sarath V." userId="S::sarath.v@nestgroup.net::11759a50-5485-4f58-ac09-6b79d4ba9e0d" providerId="AD" clId="Web-{CA9D012A-85E8-71A2-7D63-8567173B6D99}" dt="2026-06-15T14:19:37.411" v="287"/>
          <ac:graphicFrameMkLst>
            <pc:docMk/>
            <pc:sldMk cId="2287427571" sldId="278"/>
            <ac:graphicFrameMk id="7" creationId="{229B3113-5990-8628-F2FD-955B3236C45F}"/>
          </ac:graphicFrameMkLst>
        </pc:graphicFrameChg>
        <pc:graphicFrameChg chg="add del mod modGraphic">
          <ac:chgData name="Sarath V." userId="S::sarath.v@nestgroup.net::11759a50-5485-4f58-ac09-6b79d4ba9e0d" providerId="AD" clId="Web-{CA9D012A-85E8-71A2-7D63-8567173B6D99}" dt="2026-06-15T14:19:29.817" v="284"/>
          <ac:graphicFrameMkLst>
            <pc:docMk/>
            <pc:sldMk cId="2287427571" sldId="278"/>
            <ac:graphicFrameMk id="10" creationId="{50EFCB63-4497-B4ED-C426-61AA50E953E8}"/>
          </ac:graphicFrameMkLst>
        </pc:graphicFrameChg>
        <pc:graphicFrameChg chg="add del mod">
          <ac:chgData name="Sarath V." userId="S::sarath.v@nestgroup.net::11759a50-5485-4f58-ac09-6b79d4ba9e0d" providerId="AD" clId="Web-{CA9D012A-85E8-71A2-7D63-8567173B6D99}" dt="2026-06-15T13:48:26.878" v="48"/>
          <ac:graphicFrameMkLst>
            <pc:docMk/>
            <pc:sldMk cId="2287427571" sldId="278"/>
            <ac:graphicFrameMk id="13" creationId="{88BB96B2-259D-C7B3-40F4-6A8F3C144089}"/>
          </ac:graphicFrameMkLst>
        </pc:graphicFrameChg>
        <pc:graphicFrameChg chg="add del mod modGraphic">
          <ac:chgData name="Sarath V." userId="S::sarath.v@nestgroup.net::11759a50-5485-4f58-ac09-6b79d4ba9e0d" providerId="AD" clId="Web-{CA9D012A-85E8-71A2-7D63-8567173B6D99}" dt="2026-06-15T14:19:35.614" v="286"/>
          <ac:graphicFrameMkLst>
            <pc:docMk/>
            <pc:sldMk cId="2287427571" sldId="278"/>
            <ac:graphicFrameMk id="15" creationId="{1955AF89-15F6-8EB0-6790-3B508C28FE59}"/>
          </ac:graphicFrameMkLst>
        </pc:graphicFrameChg>
        <pc:graphicFrameChg chg="add mod modGraphic">
          <ac:chgData name="Sarath V." userId="S::sarath.v@nestgroup.net::11759a50-5485-4f58-ac09-6b79d4ba9e0d" providerId="AD" clId="Web-{CA9D012A-85E8-71A2-7D63-8567173B6D99}" dt="2026-06-15T14:20:13.724" v="319"/>
          <ac:graphicFrameMkLst>
            <pc:docMk/>
            <pc:sldMk cId="2287427571" sldId="278"/>
            <ac:graphicFrameMk id="19" creationId="{32117BC3-4504-1F4D-4033-1B62A669B04D}"/>
          </ac:graphicFrameMkLst>
        </pc:graphicFrameChg>
      </pc:sldChg>
      <pc:sldChg chg="addSp delSp modSp add replId">
        <pc:chgData name="Sarath V." userId="S::sarath.v@nestgroup.net::11759a50-5485-4f58-ac09-6b79d4ba9e0d" providerId="AD" clId="Web-{CA9D012A-85E8-71A2-7D63-8567173B6D99}" dt="2026-06-15T14:15:32.016" v="276" actId="1076"/>
        <pc:sldMkLst>
          <pc:docMk/>
          <pc:sldMk cId="2749498827" sldId="279"/>
        </pc:sldMkLst>
        <pc:spChg chg="mod">
          <ac:chgData name="Sarath V." userId="S::sarath.v@nestgroup.net::11759a50-5485-4f58-ac09-6b79d4ba9e0d" providerId="AD" clId="Web-{CA9D012A-85E8-71A2-7D63-8567173B6D99}" dt="2026-06-15T13:52:16.444" v="86" actId="20577"/>
          <ac:spMkLst>
            <pc:docMk/>
            <pc:sldMk cId="2749498827" sldId="279"/>
            <ac:spMk id="3" creationId="{DB77C931-CCB4-8DEC-83EA-2E125EF55237}"/>
          </ac:spMkLst>
        </pc:spChg>
        <pc:spChg chg="mod">
          <ac:chgData name="Sarath V." userId="S::sarath.v@nestgroup.net::11759a50-5485-4f58-ac09-6b79d4ba9e0d" providerId="AD" clId="Web-{CA9D012A-85E8-71A2-7D63-8567173B6D99}" dt="2026-06-15T13:51:11.677" v="75" actId="20577"/>
          <ac:spMkLst>
            <pc:docMk/>
            <pc:sldMk cId="2749498827" sldId="279"/>
            <ac:spMk id="8" creationId="{23317F8D-0465-F9D7-F2C0-B0CC8D004A39}"/>
          </ac:spMkLst>
        </pc:spChg>
        <pc:spChg chg="del">
          <ac:chgData name="Sarath V." userId="S::sarath.v@nestgroup.net::11759a50-5485-4f58-ac09-6b79d4ba9e0d" providerId="AD" clId="Web-{CA9D012A-85E8-71A2-7D63-8567173B6D99}" dt="2026-06-15T13:52:02.397" v="83"/>
          <ac:spMkLst>
            <pc:docMk/>
            <pc:sldMk cId="2749498827" sldId="279"/>
            <ac:spMk id="11" creationId="{813523BE-85E5-B47E-F8A2-F14D43E4F8B2}"/>
          </ac:spMkLst>
        </pc:spChg>
        <pc:graphicFrameChg chg="del">
          <ac:chgData name="Sarath V." userId="S::sarath.v@nestgroup.net::11759a50-5485-4f58-ac09-6b79d4ba9e0d" providerId="AD" clId="Web-{CA9D012A-85E8-71A2-7D63-8567173B6D99}" dt="2026-06-15T13:50:11.505" v="67"/>
          <ac:graphicFrameMkLst>
            <pc:docMk/>
            <pc:sldMk cId="2749498827" sldId="279"/>
            <ac:graphicFrameMk id="5" creationId="{05A7CCC7-9207-9515-A769-3550A07BA6E9}"/>
          </ac:graphicFrameMkLst>
        </pc:graphicFrameChg>
        <pc:graphicFrameChg chg="add mod modGraphic">
          <ac:chgData name="Sarath V." userId="S::sarath.v@nestgroup.net::11759a50-5485-4f58-ac09-6b79d4ba9e0d" providerId="AD" clId="Web-{CA9D012A-85E8-71A2-7D63-8567173B6D99}" dt="2026-06-15T14:14:21.514" v="243"/>
          <ac:graphicFrameMkLst>
            <pc:docMk/>
            <pc:sldMk cId="2749498827" sldId="279"/>
            <ac:graphicFrameMk id="6" creationId="{0A0FBFAD-86B2-4D21-3F66-D61BBB92995D}"/>
          </ac:graphicFrameMkLst>
        </pc:graphicFrameChg>
        <pc:graphicFrameChg chg="del">
          <ac:chgData name="Sarath V." userId="S::sarath.v@nestgroup.net::11759a50-5485-4f58-ac09-6b79d4ba9e0d" providerId="AD" clId="Web-{CA9D012A-85E8-71A2-7D63-8567173B6D99}" dt="2026-06-15T13:51:54.397" v="81"/>
          <ac:graphicFrameMkLst>
            <pc:docMk/>
            <pc:sldMk cId="2749498827" sldId="279"/>
            <ac:graphicFrameMk id="7" creationId="{B43F5487-9F09-4CE3-0D29-E4D8237BCA7A}"/>
          </ac:graphicFrameMkLst>
        </pc:graphicFrameChg>
        <pc:graphicFrameChg chg="del">
          <ac:chgData name="Sarath V." userId="S::sarath.v@nestgroup.net::11759a50-5485-4f58-ac09-6b79d4ba9e0d" providerId="AD" clId="Web-{CA9D012A-85E8-71A2-7D63-8567173B6D99}" dt="2026-06-15T13:51:24.146" v="76"/>
          <ac:graphicFrameMkLst>
            <pc:docMk/>
            <pc:sldMk cId="2749498827" sldId="279"/>
            <ac:graphicFrameMk id="10" creationId="{E2CEC3CA-CD26-8F02-F0BD-5437B5116B96}"/>
          </ac:graphicFrameMkLst>
        </pc:graphicFrameChg>
        <pc:graphicFrameChg chg="add mod modGraphic">
          <ac:chgData name="Sarath V." userId="S::sarath.v@nestgroup.net::11759a50-5485-4f58-ac09-6b79d4ba9e0d" providerId="AD" clId="Web-{CA9D012A-85E8-71A2-7D63-8567173B6D99}" dt="2026-06-15T13:51:41.475" v="80"/>
          <ac:graphicFrameMkLst>
            <pc:docMk/>
            <pc:sldMk cId="2749498827" sldId="279"/>
            <ac:graphicFrameMk id="12" creationId="{9F6A6ECD-8CEE-4588-EBDD-C40E3865E5AF}"/>
          </ac:graphicFrameMkLst>
        </pc:graphicFrameChg>
        <pc:graphicFrameChg chg="add mod modGraphic">
          <ac:chgData name="Sarath V." userId="S::sarath.v@nestgroup.net::11759a50-5485-4f58-ac09-6b79d4ba9e0d" providerId="AD" clId="Web-{CA9D012A-85E8-71A2-7D63-8567173B6D99}" dt="2026-06-15T14:15:32.016" v="276" actId="1076"/>
          <ac:graphicFrameMkLst>
            <pc:docMk/>
            <pc:sldMk cId="2749498827" sldId="279"/>
            <ac:graphicFrameMk id="14" creationId="{E7BBA88D-88F6-DEA2-C682-974B7D034888}"/>
          </ac:graphicFrameMkLst>
        </pc:graphicFrameChg>
        <pc:graphicFrameChg chg="del">
          <ac:chgData name="Sarath V." userId="S::sarath.v@nestgroup.net::11759a50-5485-4f58-ac09-6b79d4ba9e0d" providerId="AD" clId="Web-{CA9D012A-85E8-71A2-7D63-8567173B6D99}" dt="2026-06-15T13:52:05.038" v="84"/>
          <ac:graphicFrameMkLst>
            <pc:docMk/>
            <pc:sldMk cId="2749498827" sldId="279"/>
            <ac:graphicFrameMk id="15" creationId="{64F792A4-2A3B-A424-D745-003409DFED3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example.com/log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E78DD-E1C6-5848-C09B-03BE6DD87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1151D-EFC6-F723-16A9-4C30252AA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The </a:t>
            </a:r>
            <a:r>
              <a:rPr lang="en-US" sz="2000" b="1" dirty="0">
                <a:ea typeface="+mn-lt"/>
                <a:cs typeface="+mn-lt"/>
              </a:rPr>
              <a:t>Requirement Intelligence Layer</a:t>
            </a:r>
            <a:r>
              <a:rPr lang="en-US" sz="2000" dirty="0">
                <a:ea typeface="+mn-lt"/>
                <a:cs typeface="+mn-lt"/>
              </a:rPr>
              <a:t> is responsible for ingesting requirement and risk-related inputs from multiple sources, converting them into a common canonical model, consolidating related items, enriching them using Azure OpenAI, and producing a validated requirement model for downstream feature generation.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The layer must be </a:t>
            </a:r>
            <a:r>
              <a:rPr lang="en-US" sz="2000" b="1" dirty="0">
                <a:ea typeface="+mn-lt"/>
                <a:cs typeface="+mn-lt"/>
              </a:rPr>
              <a:t>connector-driven</a:t>
            </a:r>
            <a:r>
              <a:rPr lang="en-US" sz="2000" dirty="0">
                <a:ea typeface="+mn-lt"/>
                <a:cs typeface="+mn-lt"/>
              </a:rPr>
              <a:t>, so that future sources such as Jira, ServiceNow, </a:t>
            </a:r>
            <a:r>
              <a:rPr lang="en-US" sz="2000" dirty="0" err="1">
                <a:ea typeface="+mn-lt"/>
                <a:cs typeface="+mn-lt"/>
              </a:rPr>
              <a:t>Checkmarx</a:t>
            </a:r>
            <a:r>
              <a:rPr lang="en-US" sz="2000" dirty="0">
                <a:ea typeface="+mn-lt"/>
                <a:cs typeface="+mn-lt"/>
              </a:rPr>
              <a:t>, Fortify, Burp Suite, or production defect systems can be added by implementing a new connector and parser without changing the core consolidation engine.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836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8183-0A5F-030D-5469-5645C905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6646C-0367-07CE-1D16-BF6B9CB07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Connector-based ingestion from: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HP ALM Trial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OWASP ZAP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SonarQube Community Edition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Source-specific parsing 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Conversion to canonical requirement model </a:t>
            </a:r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Requirement consolidation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Azure OpenAI-based requirement analysis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CP1 requirement validation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Validated Requirement Model generation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Human review flagging</a:t>
            </a:r>
            <a:endParaRPr lang="en-US" sz="200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960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EB1B33-A156-9DE7-C55B-64DC91CFA2C0}"/>
              </a:ext>
            </a:extLst>
          </p:cNvPr>
          <p:cNvSpPr/>
          <p:nvPr/>
        </p:nvSpPr>
        <p:spPr>
          <a:xfrm>
            <a:off x="1291258" y="1464469"/>
            <a:ext cx="1967953" cy="690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Input Sources </a:t>
            </a:r>
          </a:p>
          <a:p>
            <a:pPr algn="ctr"/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523A7-3618-8A73-79C0-29F74A9428CE}"/>
              </a:ext>
            </a:extLst>
          </p:cNvPr>
          <p:cNvSpPr/>
          <p:nvPr/>
        </p:nvSpPr>
        <p:spPr>
          <a:xfrm>
            <a:off x="4521928" y="1454030"/>
            <a:ext cx="2568158" cy="690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Source Connector Framework </a:t>
            </a:r>
            <a:endParaRPr lang="en-US">
              <a:ea typeface="+mn-lt"/>
              <a:cs typeface="+mn-lt"/>
            </a:endParaRPr>
          </a:p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855F8E-8D7F-0476-A8AA-47B58C10D513}"/>
              </a:ext>
            </a:extLst>
          </p:cNvPr>
          <p:cNvSpPr/>
          <p:nvPr/>
        </p:nvSpPr>
        <p:spPr>
          <a:xfrm>
            <a:off x="8342366" y="1474906"/>
            <a:ext cx="2568158" cy="690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Canonical Requirement Mapper</a:t>
            </a:r>
            <a:endParaRPr lang="en-US">
              <a:ea typeface="+mn-lt"/>
              <a:cs typeface="+mn-lt"/>
            </a:endParaRPr>
          </a:p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55BEA6-E717-3CA2-B3C7-5E3C91A4D0B7}"/>
              </a:ext>
            </a:extLst>
          </p:cNvPr>
          <p:cNvSpPr/>
          <p:nvPr/>
        </p:nvSpPr>
        <p:spPr>
          <a:xfrm>
            <a:off x="8342365" y="5718097"/>
            <a:ext cx="2568158" cy="690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Validated Requirement Model</a:t>
            </a:r>
            <a:endParaRPr lang="en-US"/>
          </a:p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228180-C836-1C91-2F26-0F47F2694FD6}"/>
              </a:ext>
            </a:extLst>
          </p:cNvPr>
          <p:cNvSpPr/>
          <p:nvPr/>
        </p:nvSpPr>
        <p:spPr>
          <a:xfrm>
            <a:off x="8342364" y="4622068"/>
            <a:ext cx="2568158" cy="690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CP1 Validation Engine</a:t>
            </a:r>
            <a:endParaRPr lang="en-US"/>
          </a:p>
          <a:p>
            <a:pPr algn="ctr"/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DED353-0084-C8F3-8401-2D5E50513871}"/>
              </a:ext>
            </a:extLst>
          </p:cNvPr>
          <p:cNvSpPr/>
          <p:nvPr/>
        </p:nvSpPr>
        <p:spPr>
          <a:xfrm>
            <a:off x="8342363" y="3541697"/>
            <a:ext cx="2568158" cy="690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Azure OpenAI Requirement Analyst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B0A4E8-09CC-CD3A-A7E9-F82B3EDF6A47}"/>
              </a:ext>
            </a:extLst>
          </p:cNvPr>
          <p:cNvSpPr/>
          <p:nvPr/>
        </p:nvSpPr>
        <p:spPr>
          <a:xfrm>
            <a:off x="8342363" y="2508300"/>
            <a:ext cx="2568158" cy="690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+mn-lt"/>
                <a:cs typeface="+mn-lt"/>
              </a:rPr>
              <a:t>Requirement Consolidation Engine</a:t>
            </a:r>
            <a:endParaRPr lang="en-US"/>
          </a:p>
          <a:p>
            <a:pPr algn="ctr"/>
            <a:endParaRPr lang="en-US" sz="12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7BBC6CD-6527-5F94-D26E-E30ADF839C4F}"/>
              </a:ext>
            </a:extLst>
          </p:cNvPr>
          <p:cNvSpPr/>
          <p:nvPr/>
        </p:nvSpPr>
        <p:spPr>
          <a:xfrm>
            <a:off x="3276338" y="1712379"/>
            <a:ext cx="1225854" cy="145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D9011EB-B12A-C78E-3BCB-2EB54336192C}"/>
              </a:ext>
            </a:extLst>
          </p:cNvPr>
          <p:cNvSpPr/>
          <p:nvPr/>
        </p:nvSpPr>
        <p:spPr>
          <a:xfrm>
            <a:off x="7091556" y="1712378"/>
            <a:ext cx="1225854" cy="145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3ECABDF-2B9D-D210-B6BC-6F91D74379B5}"/>
              </a:ext>
            </a:extLst>
          </p:cNvPr>
          <p:cNvSpPr/>
          <p:nvPr/>
        </p:nvSpPr>
        <p:spPr>
          <a:xfrm>
            <a:off x="9561370" y="2188629"/>
            <a:ext cx="107156" cy="2976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90EAEC4-83EB-2A74-63A8-64069ED09DF7}"/>
              </a:ext>
            </a:extLst>
          </p:cNvPr>
          <p:cNvSpPr/>
          <p:nvPr/>
        </p:nvSpPr>
        <p:spPr>
          <a:xfrm>
            <a:off x="9561369" y="3195930"/>
            <a:ext cx="107156" cy="2976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B2CE5F85-EFCC-37BE-DABA-4553594A9B04}"/>
              </a:ext>
            </a:extLst>
          </p:cNvPr>
          <p:cNvSpPr/>
          <p:nvPr/>
        </p:nvSpPr>
        <p:spPr>
          <a:xfrm>
            <a:off x="9561368" y="4260642"/>
            <a:ext cx="107156" cy="2976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098CF253-3C11-774A-0B58-438E81611824}"/>
              </a:ext>
            </a:extLst>
          </p:cNvPr>
          <p:cNvSpPr/>
          <p:nvPr/>
        </p:nvSpPr>
        <p:spPr>
          <a:xfrm>
            <a:off x="9561367" y="5351449"/>
            <a:ext cx="107156" cy="2976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006C848-6154-A35E-F156-690AB4061A67}"/>
              </a:ext>
            </a:extLst>
          </p:cNvPr>
          <p:cNvSpPr/>
          <p:nvPr/>
        </p:nvSpPr>
        <p:spPr>
          <a:xfrm>
            <a:off x="621408" y="2427570"/>
            <a:ext cx="3364248" cy="108901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0000"/>
                </a:solidFill>
              </a:rPr>
              <a:t>HP ALM Trial</a:t>
            </a:r>
          </a:p>
          <a:p>
            <a:pPr algn="ctr"/>
            <a:r>
              <a:rPr lang="en-US" sz="1200">
                <a:solidFill>
                  <a:srgbClr val="000000"/>
                </a:solidFill>
              </a:rPr>
              <a:t>OWASP ZAP</a:t>
            </a:r>
          </a:p>
          <a:p>
            <a:pPr algn="ctr"/>
            <a:r>
              <a:rPr lang="en-US" sz="1200">
                <a:solidFill>
                  <a:srgbClr val="000000"/>
                </a:solidFill>
              </a:rPr>
              <a:t>SonarQube Community Edition</a:t>
            </a:r>
          </a:p>
          <a:p>
            <a:pPr algn="ctr"/>
            <a:r>
              <a:rPr lang="en-US" sz="1200">
                <a:solidFill>
                  <a:srgbClr val="000000"/>
                </a:solidFill>
              </a:rPr>
              <a:t>Future Sources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608185B-A1E5-FBF8-76AD-BEF1EED0D49B}"/>
              </a:ext>
            </a:extLst>
          </p:cNvPr>
          <p:cNvCxnSpPr/>
          <p:nvPr/>
        </p:nvCxnSpPr>
        <p:spPr>
          <a:xfrm flipH="1" flipV="1">
            <a:off x="2274745" y="2118987"/>
            <a:ext cx="6034" cy="292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3CB8F38-CDA2-A582-FCB4-F98C621512A5}"/>
              </a:ext>
            </a:extLst>
          </p:cNvPr>
          <p:cNvSpPr/>
          <p:nvPr/>
        </p:nvSpPr>
        <p:spPr>
          <a:xfrm>
            <a:off x="4123476" y="2427569"/>
            <a:ext cx="3364248" cy="108901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000000"/>
                </a:solidFill>
              </a:rPr>
              <a:t>HP ALM Connector</a:t>
            </a:r>
          </a:p>
          <a:p>
            <a:pPr algn="ctr"/>
            <a:r>
              <a:rPr lang="en-US" sz="1200">
                <a:solidFill>
                  <a:srgbClr val="000000"/>
                </a:solidFill>
              </a:rPr>
              <a:t>OWASP ZAP Connector</a:t>
            </a:r>
          </a:p>
          <a:p>
            <a:pPr algn="ctr"/>
            <a:r>
              <a:rPr lang="en-US" sz="1200">
                <a:solidFill>
                  <a:srgbClr val="000000"/>
                </a:solidFill>
              </a:rPr>
              <a:t>SonarQube Connector</a:t>
            </a:r>
          </a:p>
          <a:p>
            <a:pPr algn="ctr"/>
            <a:r>
              <a:rPr lang="en-US" sz="1200">
                <a:solidFill>
                  <a:srgbClr val="000000"/>
                </a:solidFill>
              </a:rPr>
              <a:t>Future Connector Plug-ins </a:t>
            </a:r>
          </a:p>
          <a:p>
            <a:pPr algn="ctr"/>
            <a:endParaRPr lang="en-US" sz="1200" dirty="0">
              <a:solidFill>
                <a:srgbClr val="00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55A953-5F16-B908-A763-1E2BA9BE9E45}"/>
              </a:ext>
            </a:extLst>
          </p:cNvPr>
          <p:cNvCxnSpPr>
            <a:cxnSpLocks/>
          </p:cNvCxnSpPr>
          <p:nvPr/>
        </p:nvCxnSpPr>
        <p:spPr>
          <a:xfrm flipH="1" flipV="1">
            <a:off x="5776813" y="2134644"/>
            <a:ext cx="6034" cy="292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itle 1">
            <a:extLst>
              <a:ext uri="{FF2B5EF4-FFF2-40B4-BE49-F238E27FC236}">
                <a16:creationId xmlns:a16="http://schemas.microsoft.com/office/drawing/2014/main" id="{95373443-2FDB-8CFD-2F54-FA098DC7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High Level Flow</a:t>
            </a:r>
          </a:p>
        </p:txBody>
      </p:sp>
    </p:spTree>
    <p:extLst>
      <p:ext uri="{BB962C8B-B14F-4D97-AF65-F5344CB8AC3E}">
        <p14:creationId xmlns:p14="http://schemas.microsoft.com/office/powerpoint/2010/main" val="2716578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3B63-C885-D73A-F723-8E79BF717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Design Principle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BDD46-1585-ED7D-723F-5A0E0607B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638" y="150203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/>
              <a:t>Connector-Based Extensibility</a:t>
            </a:r>
          </a:p>
          <a:p>
            <a:r>
              <a:rPr lang="en-US" sz="2000">
                <a:ea typeface="+mn-lt"/>
                <a:cs typeface="+mn-lt"/>
              </a:rPr>
              <a:t>The core engine must never directly depend on HP ALM, ZAP, or SonarQube formats.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Each source must be isolated behind a connector.</a:t>
            </a:r>
            <a:endParaRPr lang="en-US" sz="200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No core consolidation or AI analysis logic should change.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If a new source is added later, only the following should be required: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ea typeface="+mn-lt"/>
                <a:cs typeface="+mn-lt"/>
              </a:rPr>
              <a:t>Add new </a:t>
            </a:r>
            <a:r>
              <a:rPr lang="en-US" sz="1200">
                <a:ea typeface="+mn-lt"/>
                <a:cs typeface="+mn-lt"/>
              </a:rPr>
              <a:t>connector</a:t>
            </a:r>
            <a:endParaRPr lang="en-US" sz="12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ea typeface="+mn-lt"/>
                <a:cs typeface="+mn-lt"/>
              </a:rPr>
              <a:t>Add</a:t>
            </a:r>
            <a:r>
              <a:rPr lang="en-US" sz="1200" dirty="0">
                <a:ea typeface="+mn-lt"/>
                <a:cs typeface="+mn-lt"/>
              </a:rPr>
              <a:t> parser / mapper logic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ea typeface="+mn-lt"/>
                <a:cs typeface="+mn-lt"/>
              </a:rPr>
              <a:t>Register connector in source </a:t>
            </a:r>
            <a:r>
              <a:rPr lang="en-US" sz="1200">
                <a:ea typeface="+mn-lt"/>
                <a:cs typeface="+mn-lt"/>
              </a:rPr>
              <a:t>registry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8BDDE6-6EE0-4DAD-8E55-A04D928D0075}"/>
              </a:ext>
            </a:extLst>
          </p:cNvPr>
          <p:cNvSpPr/>
          <p:nvPr/>
        </p:nvSpPr>
        <p:spPr>
          <a:xfrm>
            <a:off x="188868" y="2919804"/>
            <a:ext cx="1546833" cy="851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Source Tool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A8CF6F-655C-0894-798A-55F706B902FC}"/>
              </a:ext>
            </a:extLst>
          </p:cNvPr>
          <p:cNvSpPr/>
          <p:nvPr/>
        </p:nvSpPr>
        <p:spPr>
          <a:xfrm>
            <a:off x="2067771" y="2919803"/>
            <a:ext cx="1452889" cy="845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Connector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D8BE69-7AB4-C99D-7BC4-05F3BE5325A6}"/>
              </a:ext>
            </a:extLst>
          </p:cNvPr>
          <p:cNvSpPr/>
          <p:nvPr/>
        </p:nvSpPr>
        <p:spPr>
          <a:xfrm>
            <a:off x="3910140" y="2919802"/>
            <a:ext cx="1583367" cy="856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Raw Source Records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4A6034-A277-D79D-25D7-AD420193623F}"/>
              </a:ext>
            </a:extLst>
          </p:cNvPr>
          <p:cNvSpPr/>
          <p:nvPr/>
        </p:nvSpPr>
        <p:spPr>
          <a:xfrm>
            <a:off x="5929961" y="2919801"/>
            <a:ext cx="1583367" cy="851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Parser / Mapper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061B10-F519-EF3B-913B-04E434065712}"/>
              </a:ext>
            </a:extLst>
          </p:cNvPr>
          <p:cNvSpPr/>
          <p:nvPr/>
        </p:nvSpPr>
        <p:spPr>
          <a:xfrm>
            <a:off x="7928905" y="2919800"/>
            <a:ext cx="1886080" cy="856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Canonical Requirement Records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835B1-DFE5-CC90-9FEB-81F2B9B64D4E}"/>
              </a:ext>
            </a:extLst>
          </p:cNvPr>
          <p:cNvSpPr/>
          <p:nvPr/>
        </p:nvSpPr>
        <p:spPr>
          <a:xfrm>
            <a:off x="10136617" y="2925019"/>
            <a:ext cx="1682532" cy="8510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Consolidation Engine</a:t>
            </a:r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061824-4FE5-1A6D-A9E6-BE8A8FF46AFE}"/>
              </a:ext>
            </a:extLst>
          </p:cNvPr>
          <p:cNvCxnSpPr/>
          <p:nvPr/>
        </p:nvCxnSpPr>
        <p:spPr>
          <a:xfrm>
            <a:off x="1736028" y="3345656"/>
            <a:ext cx="340062" cy="8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87816C-6B4E-0BAC-034A-AE4E7DB34EA5}"/>
              </a:ext>
            </a:extLst>
          </p:cNvPr>
          <p:cNvCxnSpPr>
            <a:cxnSpLocks/>
          </p:cNvCxnSpPr>
          <p:nvPr/>
        </p:nvCxnSpPr>
        <p:spPr>
          <a:xfrm>
            <a:off x="3526205" y="3340436"/>
            <a:ext cx="366158" cy="37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DED3BB-57DA-51B8-CE8E-B7BBDD72E829}"/>
              </a:ext>
            </a:extLst>
          </p:cNvPr>
          <p:cNvCxnSpPr>
            <a:cxnSpLocks/>
          </p:cNvCxnSpPr>
          <p:nvPr/>
        </p:nvCxnSpPr>
        <p:spPr>
          <a:xfrm>
            <a:off x="5488615" y="3366531"/>
            <a:ext cx="439226" cy="8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8C5E0C-0907-5E29-03F5-6865EC2264FD}"/>
              </a:ext>
            </a:extLst>
          </p:cNvPr>
          <p:cNvCxnSpPr>
            <a:cxnSpLocks/>
          </p:cNvCxnSpPr>
          <p:nvPr/>
        </p:nvCxnSpPr>
        <p:spPr>
          <a:xfrm>
            <a:off x="7518875" y="3376969"/>
            <a:ext cx="413130" cy="37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FD12A7-C334-099F-DB37-66589C0B9A8A}"/>
              </a:ext>
            </a:extLst>
          </p:cNvPr>
          <p:cNvCxnSpPr>
            <a:cxnSpLocks/>
          </p:cNvCxnSpPr>
          <p:nvPr/>
        </p:nvCxnSpPr>
        <p:spPr>
          <a:xfrm>
            <a:off x="9820532" y="3350872"/>
            <a:ext cx="319185" cy="37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61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CEE1-E092-00DA-2B16-875AE746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Components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D33AAF-7D37-812D-ED82-680D02053E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8424777"/>
              </p:ext>
            </p:extLst>
          </p:nvPr>
        </p:nvGraphicFramePr>
        <p:xfrm>
          <a:off x="838200" y="1825625"/>
          <a:ext cx="10515600" cy="3870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532697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5510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Responsibility</a:t>
                      </a:r>
                      <a:endParaRPr lang="en-US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08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Source Registry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Defines enabled sources and connector configuration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478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Connector Interface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Standard contract all source connectors must follow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010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HP ALM Connector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Fetches or reads functional requirements from HP ALM export/API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4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OWASP ZAP Connector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Reads DAST findings from ZAP JSON/XML reports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720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SonarQube Connector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Reads SAST/code quality findings from SonarQube reports/API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551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Raw Record Store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Stores source-specific raw records for auditability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016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Canonical Requirement Mapper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Converts raw records into normalized requirement records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84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Requirement Consolidation Engine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Merges related functional, security, and quality requirements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216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Azure OpenAI Requirement Analyst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Enriches requirements, detects ambiguity, generates acceptance criteria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668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CP1 Validation Engine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Validates completeness, traceability, ambiguity, and risk coverage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8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Requirement Model Writer</a:t>
                      </a:r>
                      <a:endParaRPr lang="en-US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Writes consolidated and validated requirement model outputs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681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13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EF270-336E-D9C9-719B-F55F2059F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Connector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15EC-B2AB-48F1-5A30-F0CB8792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HP ALM Connector</a:t>
            </a:r>
          </a:p>
          <a:p>
            <a:pPr marL="0" indent="0">
              <a:buNone/>
            </a:pPr>
            <a:r>
              <a:rPr lang="en-US" sz="2000" b="1"/>
              <a:t>Purpose</a:t>
            </a:r>
          </a:p>
          <a:p>
            <a:pPr marL="0" indent="0">
              <a:buNone/>
            </a:pPr>
            <a:r>
              <a:rPr lang="en-US" sz="2000"/>
              <a:t>Ingest</a:t>
            </a:r>
            <a:r>
              <a:rPr lang="en-US" sz="2000">
                <a:ea typeface="+mn-lt"/>
                <a:cs typeface="+mn-lt"/>
              </a:rPr>
              <a:t> functional requirements from HP ALM Trial.</a:t>
            </a:r>
            <a:endParaRPr lang="en-US" sz="2000"/>
          </a:p>
          <a:p>
            <a:pPr marL="0" indent="0">
              <a:buNone/>
            </a:pPr>
            <a:r>
              <a:rPr lang="en-US" sz="2000" b="1"/>
              <a:t>Sample Input</a:t>
            </a: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5FB11-B66F-6EA3-3E1A-07F008C9CBD1}"/>
              </a:ext>
            </a:extLst>
          </p:cNvPr>
          <p:cNvSpPr txBox="1"/>
          <p:nvPr/>
        </p:nvSpPr>
        <p:spPr>
          <a:xfrm>
            <a:off x="955342" y="3434686"/>
            <a:ext cx="3821373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{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"id": "ALM-1001",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"name": "Customer Login",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"description": "Customer should be able to login using valid credentials.",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"module": "Authentication",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"priority": "High",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"status": "Approved"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}</a:t>
            </a:r>
            <a:endParaRPr lang="en-US" sz="1600"/>
          </a:p>
          <a:p>
            <a:pPr algn="l"/>
            <a:r>
              <a:rPr lang="en-US" sz="1600">
                <a:ea typeface="+mn-lt"/>
                <a:cs typeface="+mn-lt"/>
              </a:rPr>
              <a:t>]</a:t>
            </a:r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A60D8-4F4A-17D6-46CF-150994B9113A}"/>
              </a:ext>
            </a:extLst>
          </p:cNvPr>
          <p:cNvSpPr txBox="1"/>
          <p:nvPr/>
        </p:nvSpPr>
        <p:spPr>
          <a:xfrm>
            <a:off x="6335068" y="3030862"/>
            <a:ext cx="195617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Sample Output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06CE2-D9E4-7067-DD7D-3C5E752024DB}"/>
              </a:ext>
            </a:extLst>
          </p:cNvPr>
          <p:cNvSpPr txBox="1"/>
          <p:nvPr/>
        </p:nvSpPr>
        <p:spPr>
          <a:xfrm>
            <a:off x="6505432" y="3548418"/>
            <a:ext cx="538486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{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"id": "ALM-1001",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"source": "HP_ALM",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"type": "FUNCTIONAL",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"title": "Customer Login",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"description": "Customer should be able to login using valid credentials.",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"module": "Authentication",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"priority": "HIGH",</a:t>
            </a:r>
            <a:endParaRPr lang="en-US" sz="1200"/>
          </a:p>
          <a:p>
            <a:r>
              <a:rPr lang="en-US" sz="1200" dirty="0">
                <a:ea typeface="+mn-lt"/>
                <a:cs typeface="+mn-lt"/>
              </a:rPr>
              <a:t>  "</a:t>
            </a:r>
            <a:r>
              <a:rPr lang="en-US" sz="1200" dirty="0" err="1">
                <a:ea typeface="+mn-lt"/>
                <a:cs typeface="+mn-lt"/>
              </a:rPr>
              <a:t>riskLevel</a:t>
            </a:r>
            <a:r>
              <a:rPr lang="en-US" sz="1200" dirty="0">
                <a:ea typeface="+mn-lt"/>
                <a:cs typeface="+mn-lt"/>
              </a:rPr>
              <a:t>": "MEDIUM",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  "tags": ["authentication", "login"],</a:t>
            </a:r>
            <a:endParaRPr lang="en-US" sz="1200"/>
          </a:p>
          <a:p>
            <a:r>
              <a:rPr lang="en-US" sz="1200" dirty="0">
                <a:ea typeface="+mn-lt"/>
                <a:cs typeface="+mn-lt"/>
              </a:rPr>
              <a:t>  "</a:t>
            </a:r>
            <a:r>
              <a:rPr lang="en-US" sz="1200" dirty="0" err="1">
                <a:ea typeface="+mn-lt"/>
                <a:cs typeface="+mn-lt"/>
              </a:rPr>
              <a:t>rawSourceReference</a:t>
            </a:r>
            <a:r>
              <a:rPr lang="en-US" sz="1200" dirty="0">
                <a:ea typeface="+mn-lt"/>
                <a:cs typeface="+mn-lt"/>
              </a:rPr>
              <a:t>": {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    "tool": "HP_ALM",</a:t>
            </a:r>
            <a:endParaRPr lang="en-US" sz="1200"/>
          </a:p>
          <a:p>
            <a:r>
              <a:rPr lang="en-US" sz="1200" dirty="0">
                <a:ea typeface="+mn-lt"/>
                <a:cs typeface="+mn-lt"/>
              </a:rPr>
              <a:t>    "</a:t>
            </a:r>
            <a:r>
              <a:rPr lang="en-US" sz="1200" dirty="0" err="1">
                <a:ea typeface="+mn-lt"/>
                <a:cs typeface="+mn-lt"/>
              </a:rPr>
              <a:t>externalId</a:t>
            </a:r>
            <a:r>
              <a:rPr lang="en-US" sz="1200" dirty="0">
                <a:ea typeface="+mn-lt"/>
                <a:cs typeface="+mn-lt"/>
              </a:rPr>
              <a:t>": "ALM-1001"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  }</a:t>
            </a:r>
            <a:endParaRPr lang="en-US" sz="1200"/>
          </a:p>
          <a:p>
            <a:pPr algn="l"/>
            <a:r>
              <a:rPr lang="en-US" sz="1200">
                <a:ea typeface="+mn-lt"/>
                <a:cs typeface="+mn-lt"/>
              </a:rPr>
              <a:t>}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98501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2F3B-C0E2-90E6-F670-C5E50533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C2A6-3DB4-E466-44BD-771FAB18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Connector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FE59-9FF5-4394-26BD-79D74F94D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OWASP ZAP Connector</a:t>
            </a: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/>
              <a:t>Purpose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Ingest DAST findings and convert them into security test requirements.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/>
              <a:t>Sample Input</a:t>
            </a:r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1CAE36-7BA7-048F-BD06-860A54C7E901}"/>
              </a:ext>
            </a:extLst>
          </p:cNvPr>
          <p:cNvSpPr txBox="1"/>
          <p:nvPr/>
        </p:nvSpPr>
        <p:spPr>
          <a:xfrm>
            <a:off x="955342" y="3434686"/>
            <a:ext cx="4958686" cy="32932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{</a:t>
            </a:r>
            <a:endParaRPr lang="en-US" sz="1400"/>
          </a:p>
          <a:p>
            <a:r>
              <a:rPr lang="en-US" sz="1200">
                <a:ea typeface="+mn-lt"/>
                <a:cs typeface="+mn-lt"/>
              </a:rPr>
              <a:t> "site": [</a:t>
            </a:r>
            <a:endParaRPr lang="en-US" sz="1400"/>
          </a:p>
          <a:p>
            <a:r>
              <a:rPr lang="en-US" sz="1200">
                <a:ea typeface="+mn-lt"/>
                <a:cs typeface="+mn-lt"/>
              </a:rPr>
              <a:t> {</a:t>
            </a:r>
            <a:endParaRPr lang="en-US" sz="1400"/>
          </a:p>
          <a:p>
            <a:r>
              <a:rPr lang="en-US" sz="1200">
                <a:ea typeface="+mn-lt"/>
                <a:cs typeface="+mn-lt"/>
              </a:rPr>
              <a:t> "alerts": [</a:t>
            </a:r>
            <a:endParaRPr lang="en-US" sz="140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{</a:t>
            </a:r>
            <a:endParaRPr lang="en-US" sz="140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pluginid</a:t>
            </a:r>
            <a:r>
              <a:rPr lang="en-US" sz="1200" dirty="0">
                <a:ea typeface="+mn-lt"/>
                <a:cs typeface="+mn-lt"/>
              </a:rPr>
              <a:t>": "40012",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"alert": "Weak Authentication Handling",</a:t>
            </a:r>
            <a:endParaRPr lang="en-US" sz="140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riskdesc</a:t>
            </a:r>
            <a:r>
              <a:rPr lang="en-US" sz="1200" dirty="0">
                <a:ea typeface="+mn-lt"/>
                <a:cs typeface="+mn-lt"/>
              </a:rPr>
              <a:t>": "High",</a:t>
            </a:r>
            <a:endParaRPr lang="en-US" sz="1400" dirty="0"/>
          </a:p>
          <a:p>
            <a:r>
              <a:rPr lang="en-US" sz="1200">
                <a:ea typeface="+mn-lt"/>
                <a:cs typeface="+mn-lt"/>
              </a:rPr>
              <a:t> "desc": "Authentication endpoint may be vulnerable to brute-force attempts.",</a:t>
            </a:r>
            <a:endParaRPr lang="en-US" sz="1400"/>
          </a:p>
          <a:p>
            <a:r>
              <a:rPr lang="en-US" sz="1200">
                <a:ea typeface="+mn-lt"/>
                <a:cs typeface="+mn-lt"/>
              </a:rPr>
              <a:t> "solution": "Implement account lockout and rate limiting.",</a:t>
            </a:r>
            <a:endParaRPr lang="en-US" sz="1400"/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url</a:t>
            </a:r>
            <a:r>
              <a:rPr lang="en-US" sz="1200" dirty="0">
                <a:ea typeface="+mn-lt"/>
                <a:cs typeface="+mn-lt"/>
              </a:rPr>
              <a:t>": "</a:t>
            </a:r>
            <a:r>
              <a:rPr lang="en-US" sz="1200" dirty="0">
                <a:ea typeface="+mn-lt"/>
                <a:cs typeface="+mn-lt"/>
                <a:hlinkClick r:id="rId2"/>
              </a:rPr>
              <a:t>https://app.example.com/login</a:t>
            </a:r>
            <a:r>
              <a:rPr lang="en-US" sz="1200" dirty="0">
                <a:ea typeface="+mn-lt"/>
                <a:cs typeface="+mn-lt"/>
              </a:rPr>
              <a:t>"</a:t>
            </a:r>
            <a:endParaRPr lang="en-US" sz="1400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}</a:t>
            </a:r>
            <a:endParaRPr lang="en-US" sz="140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]</a:t>
            </a:r>
            <a:endParaRPr lang="en-US" sz="1400"/>
          </a:p>
          <a:p>
            <a:r>
              <a:rPr lang="en-US" sz="1200">
                <a:ea typeface="+mn-lt"/>
                <a:cs typeface="+mn-lt"/>
              </a:rPr>
              <a:t> }</a:t>
            </a:r>
            <a:endParaRPr lang="en-US" sz="1400"/>
          </a:p>
          <a:p>
            <a:r>
              <a:rPr lang="en-US" sz="1200">
                <a:ea typeface="+mn-lt"/>
                <a:cs typeface="+mn-lt"/>
              </a:rPr>
              <a:t> ]</a:t>
            </a:r>
            <a:endParaRPr lang="en-US" sz="1400">
              <a:ea typeface="+mn-lt"/>
              <a:cs typeface="+mn-lt"/>
            </a:endParaRPr>
          </a:p>
          <a:p>
            <a:pPr algn="l"/>
            <a:r>
              <a:rPr lang="en-US" sz="1200">
                <a:ea typeface="+mn-lt"/>
                <a:cs typeface="+mn-lt"/>
              </a:rPr>
              <a:t>}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E5F90-E5EA-90E7-DA3F-556DBB9430F0}"/>
              </a:ext>
            </a:extLst>
          </p:cNvPr>
          <p:cNvSpPr txBox="1"/>
          <p:nvPr/>
        </p:nvSpPr>
        <p:spPr>
          <a:xfrm>
            <a:off x="6335068" y="3030862"/>
            <a:ext cx="195617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Sample Output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8A404C-D6B3-5D5B-CF71-5B08BE8F66CC}"/>
              </a:ext>
            </a:extLst>
          </p:cNvPr>
          <p:cNvSpPr txBox="1"/>
          <p:nvPr/>
        </p:nvSpPr>
        <p:spPr>
          <a:xfrm>
            <a:off x="6505432" y="3548418"/>
            <a:ext cx="538486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"id": "ZAP-40012",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"source": "OWASP_ZAP",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"type": "SECURITY",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"title": "Weak Authentication Handling",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"description": "Authentication endpoint may be vulnerable to brute-force attempts.",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"module": "Authentication",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"priority": "HIGH",</a:t>
            </a:r>
            <a:endParaRPr lang="en-US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riskLevel</a:t>
            </a:r>
            <a:r>
              <a:rPr lang="en-US" sz="1200" dirty="0">
                <a:ea typeface="+mn-lt"/>
                <a:cs typeface="+mn-lt"/>
              </a:rPr>
              <a:t>": "HIGH",</a:t>
            </a:r>
            <a:endParaRPr lang="en-US" dirty="0"/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affectedEndpoint</a:t>
            </a:r>
            <a:r>
              <a:rPr lang="en-US" sz="1200" dirty="0">
                <a:ea typeface="+mn-lt"/>
                <a:cs typeface="+mn-lt"/>
              </a:rPr>
              <a:t>": "/login",</a:t>
            </a:r>
            <a:endParaRPr lang="en-US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"recommendation": "Implement account lockout and rate limiting.",</a:t>
            </a:r>
            <a:endParaRPr lang="en-US"/>
          </a:p>
          <a:p>
            <a:r>
              <a:rPr lang="en-US" sz="1200" dirty="0">
                <a:ea typeface="+mn-lt"/>
                <a:cs typeface="+mn-lt"/>
              </a:rPr>
              <a:t> "tags": ["security", "authentication", "</a:t>
            </a:r>
            <a:r>
              <a:rPr lang="en-US" sz="1200" dirty="0" err="1">
                <a:ea typeface="+mn-lt"/>
                <a:cs typeface="+mn-lt"/>
              </a:rPr>
              <a:t>dast</a:t>
            </a:r>
            <a:r>
              <a:rPr lang="en-US" sz="1200" dirty="0">
                <a:ea typeface="+mn-lt"/>
                <a:cs typeface="+mn-lt"/>
              </a:rPr>
              <a:t>"],</a:t>
            </a:r>
            <a:endParaRPr lang="en-US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rawSourceReference</a:t>
            </a:r>
            <a:r>
              <a:rPr lang="en-US" sz="1200" dirty="0">
                <a:ea typeface="+mn-lt"/>
                <a:cs typeface="+mn-lt"/>
              </a:rPr>
              <a:t>": {</a:t>
            </a:r>
            <a:endParaRPr lang="en-US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"tool": "OWASP_ZAP",</a:t>
            </a:r>
            <a:endParaRPr lang="en-US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externalId</a:t>
            </a:r>
            <a:r>
              <a:rPr lang="en-US" sz="1200" dirty="0">
                <a:ea typeface="+mn-lt"/>
                <a:cs typeface="+mn-lt"/>
              </a:rPr>
              <a:t>": "40012"</a:t>
            </a:r>
            <a:endParaRPr lang="en-US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}</a:t>
            </a:r>
            <a:endParaRPr lang="en-US">
              <a:ea typeface="+mn-lt"/>
              <a:cs typeface="+mn-lt"/>
            </a:endParaRPr>
          </a:p>
          <a:p>
            <a:pPr algn="l"/>
            <a:r>
              <a:rPr lang="en-US" sz="1200"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8995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824B7-E289-81BE-64CF-D7CBCDCA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E4C6-8CD2-38C3-961A-E78A5DDF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Connector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C132C-1CAD-3DA7-F00C-681BCCC03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 err="1">
                <a:ea typeface="+mn-lt"/>
                <a:cs typeface="+mn-lt"/>
              </a:rPr>
              <a:t>Sonarqube</a:t>
            </a:r>
            <a:r>
              <a:rPr lang="en-US" sz="2200" b="1" dirty="0">
                <a:ea typeface="+mn-lt"/>
                <a:cs typeface="+mn-lt"/>
              </a:rPr>
              <a:t> Connector</a:t>
            </a: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/>
              <a:t>Purpose</a:t>
            </a: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Ingest SonarQube findings and convert relevant code quality/security issues into quality requirements.</a:t>
            </a: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Sample Input</a:t>
            </a:r>
            <a:endParaRPr lang="en-US"/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1B07D-E129-6329-D5EE-BB90200E8D54}"/>
              </a:ext>
            </a:extLst>
          </p:cNvPr>
          <p:cNvSpPr txBox="1"/>
          <p:nvPr/>
        </p:nvSpPr>
        <p:spPr>
          <a:xfrm>
            <a:off x="955342" y="3434686"/>
            <a:ext cx="4958686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"issues": [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{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"key": "SONAR-001",</a:t>
            </a:r>
            <a:endParaRPr lang="en-US"/>
          </a:p>
          <a:p>
            <a:r>
              <a:rPr lang="en-US" sz="1200">
                <a:ea typeface="+mn-lt"/>
                <a:cs typeface="+mn-lt"/>
              </a:rPr>
              <a:t> "rule": "java:S2068",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"severity": "MAJOR",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"type": "VULNERABILITY",</a:t>
            </a:r>
            <a:endParaRPr lang="en-US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"component": "</a:t>
            </a:r>
            <a:r>
              <a:rPr lang="en-US" sz="1200" dirty="0" err="1">
                <a:ea typeface="+mn-lt"/>
                <a:cs typeface="+mn-lt"/>
              </a:rPr>
              <a:t>src</a:t>
            </a:r>
            <a:r>
              <a:rPr lang="en-US" sz="1200" dirty="0">
                <a:ea typeface="+mn-lt"/>
                <a:cs typeface="+mn-lt"/>
              </a:rPr>
              <a:t>/main/java/com/app/auth/LoginService.java",</a:t>
            </a:r>
            <a:endParaRPr lang="en-US" dirty="0"/>
          </a:p>
          <a:p>
            <a:r>
              <a:rPr lang="en-US" sz="1200">
                <a:ea typeface="+mn-lt"/>
                <a:cs typeface="+mn-lt"/>
              </a:rPr>
              <a:t> "line": 42,</a:t>
            </a:r>
            <a:endParaRPr lang="en-US"/>
          </a:p>
          <a:p>
            <a:r>
              <a:rPr lang="en-US" sz="1200">
                <a:ea typeface="+mn-lt"/>
                <a:cs typeface="+mn-lt"/>
              </a:rPr>
              <a:t> "message": "Credentials should not be hardcoded."</a:t>
            </a:r>
            <a:endParaRPr lang="en-US"/>
          </a:p>
          <a:p>
            <a:r>
              <a:rPr lang="en-US" sz="1200">
                <a:ea typeface="+mn-lt"/>
                <a:cs typeface="+mn-lt"/>
              </a:rPr>
              <a:t> }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]</a:t>
            </a:r>
            <a:endParaRPr lang="en-US">
              <a:ea typeface="+mn-lt"/>
              <a:cs typeface="+mn-lt"/>
            </a:endParaRPr>
          </a:p>
          <a:p>
            <a:pPr algn="l"/>
            <a:r>
              <a:rPr lang="en-US" sz="1200"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047AE-DA5D-855C-3113-89A4C006DED4}"/>
              </a:ext>
            </a:extLst>
          </p:cNvPr>
          <p:cNvSpPr txBox="1"/>
          <p:nvPr/>
        </p:nvSpPr>
        <p:spPr>
          <a:xfrm>
            <a:off x="6335068" y="3030862"/>
            <a:ext cx="195617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Sample Output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DDFCAD-F41E-0072-B7CC-6DC46A982A16}"/>
              </a:ext>
            </a:extLst>
          </p:cNvPr>
          <p:cNvSpPr txBox="1"/>
          <p:nvPr/>
        </p:nvSpPr>
        <p:spPr>
          <a:xfrm>
            <a:off x="6505432" y="3548418"/>
            <a:ext cx="538486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{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"id": "SONAR-001",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"source": "SONARQUBE",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"type": "QUALITY",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"title": "Hardcoded Credential Risk",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"description": "Credentials should not be hardcoded.",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"module": "Authentication",</a:t>
            </a:r>
            <a:endParaRPr lang="en-US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"priority": "HIGH",</a:t>
            </a:r>
            <a:endParaRPr lang="en-US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riskLevel</a:t>
            </a:r>
            <a:r>
              <a:rPr lang="en-US" sz="1200" dirty="0">
                <a:ea typeface="+mn-lt"/>
                <a:cs typeface="+mn-lt"/>
              </a:rPr>
              <a:t>": "MEDIUM",</a:t>
            </a:r>
            <a:endParaRPr lang="en-US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affectedFile</a:t>
            </a:r>
            <a:r>
              <a:rPr lang="en-US" sz="1200" dirty="0">
                <a:ea typeface="+mn-lt"/>
                <a:cs typeface="+mn-lt"/>
              </a:rPr>
              <a:t>": "</a:t>
            </a:r>
            <a:r>
              <a:rPr lang="en-US" sz="1200" dirty="0" err="1">
                <a:ea typeface="+mn-lt"/>
                <a:cs typeface="+mn-lt"/>
              </a:rPr>
              <a:t>src</a:t>
            </a:r>
            <a:r>
              <a:rPr lang="en-US" sz="1200" dirty="0">
                <a:ea typeface="+mn-lt"/>
                <a:cs typeface="+mn-lt"/>
              </a:rPr>
              <a:t>/main/java/com/app/auth/LoginService.java",</a:t>
            </a:r>
            <a:endParaRPr lang="en-US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"line": 42,</a:t>
            </a:r>
            <a:endParaRPr lang="en-US"/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ruleId</a:t>
            </a:r>
            <a:r>
              <a:rPr lang="en-US" sz="1200" dirty="0">
                <a:ea typeface="+mn-lt"/>
                <a:cs typeface="+mn-lt"/>
              </a:rPr>
              <a:t>": "java:S2068",</a:t>
            </a:r>
            <a:endParaRPr lang="en-US" dirty="0"/>
          </a:p>
          <a:p>
            <a:r>
              <a:rPr lang="en-US" sz="1200" dirty="0">
                <a:ea typeface="+mn-lt"/>
                <a:cs typeface="+mn-lt"/>
              </a:rPr>
              <a:t> "tags": ["quality", "security", "</a:t>
            </a:r>
            <a:r>
              <a:rPr lang="en-US" sz="1200" dirty="0" err="1">
                <a:ea typeface="+mn-lt"/>
                <a:cs typeface="+mn-lt"/>
              </a:rPr>
              <a:t>sast</a:t>
            </a:r>
            <a:r>
              <a:rPr lang="en-US" sz="1200" dirty="0">
                <a:ea typeface="+mn-lt"/>
                <a:cs typeface="+mn-lt"/>
              </a:rPr>
              <a:t>"],</a:t>
            </a:r>
            <a:endParaRPr lang="en-US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rawSourceReference</a:t>
            </a:r>
            <a:r>
              <a:rPr lang="en-US" sz="1200" dirty="0">
                <a:ea typeface="+mn-lt"/>
                <a:cs typeface="+mn-lt"/>
              </a:rPr>
              <a:t>": {</a:t>
            </a:r>
            <a:endParaRPr lang="en-US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"tool": "SONARQUBE",</a:t>
            </a:r>
            <a:endParaRPr lang="en-US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externalId</a:t>
            </a:r>
            <a:r>
              <a:rPr lang="en-US" sz="1200" dirty="0">
                <a:ea typeface="+mn-lt"/>
                <a:cs typeface="+mn-lt"/>
              </a:rPr>
              <a:t>": "SONAR-001"</a:t>
            </a:r>
            <a:endParaRPr lang="en-US" dirty="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 }</a:t>
            </a:r>
            <a:endParaRPr lang="en-US">
              <a:ea typeface="+mn-lt"/>
              <a:cs typeface="+mn-lt"/>
            </a:endParaRPr>
          </a:p>
          <a:p>
            <a:pPr algn="l"/>
            <a:r>
              <a:rPr lang="en-US" sz="1200">
                <a:ea typeface="+mn-lt"/>
                <a:cs typeface="+mn-lt"/>
              </a:rPr>
              <a:t>}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6595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62E1-A114-CDE1-1F8B-4097B0C2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Canonical Requirement Record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8D9BA-EDE1-E2E5-6169-925C4445A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All connectors must output this canonical structure.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9BEAA-3E33-8EC1-CA3A-B0A0383C2D7C}"/>
              </a:ext>
            </a:extLst>
          </p:cNvPr>
          <p:cNvSpPr txBox="1"/>
          <p:nvPr/>
        </p:nvSpPr>
        <p:spPr>
          <a:xfrm>
            <a:off x="989463" y="2422477"/>
            <a:ext cx="8052177" cy="3762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{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"id": "string",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"source": "HP_ALM | OWASP_ZAP | SONARQUBE | FUTURE_SOURCE",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"type": "FUNCTIONAL | SECURITY | QUALITY | OPERATIONAL",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"title": "string",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"description": "string",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"module": "string",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"priority": "LOW | MEDIUM | HIGH | CRITICAL",</a:t>
            </a:r>
            <a:endParaRPr lang="en-US" sz="1200"/>
          </a:p>
          <a:p>
            <a:r>
              <a:rPr lang="en-US" sz="1200" dirty="0">
                <a:ea typeface="+mn-lt"/>
                <a:cs typeface="+mn-lt"/>
              </a:rPr>
              <a:t>  "</a:t>
            </a:r>
            <a:r>
              <a:rPr lang="en-US" sz="1200" dirty="0" err="1">
                <a:ea typeface="+mn-lt"/>
                <a:cs typeface="+mn-lt"/>
              </a:rPr>
              <a:t>riskLevel</a:t>
            </a:r>
            <a:r>
              <a:rPr lang="en-US" sz="1200" dirty="0">
                <a:ea typeface="+mn-lt"/>
                <a:cs typeface="+mn-lt"/>
              </a:rPr>
              <a:t>": "LOW | MEDIUM | HIGH | CRITICAL",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 "</a:t>
            </a:r>
            <a:r>
              <a:rPr lang="en-US" sz="1200" dirty="0" err="1">
                <a:ea typeface="+mn-lt"/>
                <a:cs typeface="+mn-lt"/>
              </a:rPr>
              <a:t>affectedEndpoint</a:t>
            </a:r>
            <a:r>
              <a:rPr lang="en-US" sz="1200" dirty="0">
                <a:ea typeface="+mn-lt"/>
                <a:cs typeface="+mn-lt"/>
              </a:rPr>
              <a:t>": "string | null",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  "</a:t>
            </a:r>
            <a:r>
              <a:rPr lang="en-US" sz="1200" dirty="0" err="1">
                <a:ea typeface="+mn-lt"/>
                <a:cs typeface="+mn-lt"/>
              </a:rPr>
              <a:t>affectedFile</a:t>
            </a:r>
            <a:r>
              <a:rPr lang="en-US" sz="1200" dirty="0">
                <a:ea typeface="+mn-lt"/>
                <a:cs typeface="+mn-lt"/>
              </a:rPr>
              <a:t>": "string | null",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  "line": "number | null",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  "recommendation": "string | null",</a:t>
            </a:r>
            <a:endParaRPr lang="en-US" sz="1200"/>
          </a:p>
          <a:p>
            <a:r>
              <a:rPr lang="en-US" sz="1200" dirty="0">
                <a:ea typeface="+mn-lt"/>
                <a:cs typeface="+mn-lt"/>
              </a:rPr>
              <a:t>  "</a:t>
            </a:r>
            <a:r>
              <a:rPr lang="en-US" sz="1200" dirty="0" err="1">
                <a:ea typeface="+mn-lt"/>
                <a:cs typeface="+mn-lt"/>
              </a:rPr>
              <a:t>acceptanceCriteria</a:t>
            </a:r>
            <a:r>
              <a:rPr lang="en-US" sz="1200" dirty="0">
                <a:ea typeface="+mn-lt"/>
                <a:cs typeface="+mn-lt"/>
              </a:rPr>
              <a:t>": [],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  "tags": [],</a:t>
            </a:r>
            <a:endParaRPr lang="en-US" sz="1200"/>
          </a:p>
          <a:p>
            <a:r>
              <a:rPr lang="en-US" sz="1200" dirty="0">
                <a:ea typeface="+mn-lt"/>
                <a:cs typeface="+mn-lt"/>
              </a:rPr>
              <a:t>  "</a:t>
            </a:r>
            <a:r>
              <a:rPr lang="en-US" sz="1200" dirty="0" err="1">
                <a:ea typeface="+mn-lt"/>
                <a:cs typeface="+mn-lt"/>
              </a:rPr>
              <a:t>rawSourceReference</a:t>
            </a:r>
            <a:r>
              <a:rPr lang="en-US" sz="1200" dirty="0">
                <a:ea typeface="+mn-lt"/>
                <a:cs typeface="+mn-lt"/>
              </a:rPr>
              <a:t>": {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    "tool": "string",</a:t>
            </a:r>
            <a:endParaRPr lang="en-US" sz="1200"/>
          </a:p>
          <a:p>
            <a:r>
              <a:rPr lang="en-US" sz="1200" dirty="0">
                <a:ea typeface="+mn-lt"/>
                <a:cs typeface="+mn-lt"/>
              </a:rPr>
              <a:t>    "</a:t>
            </a:r>
            <a:r>
              <a:rPr lang="en-US" sz="1200" dirty="0" err="1">
                <a:ea typeface="+mn-lt"/>
                <a:cs typeface="+mn-lt"/>
              </a:rPr>
              <a:t>externalId</a:t>
            </a:r>
            <a:r>
              <a:rPr lang="en-US" sz="1200" dirty="0">
                <a:ea typeface="+mn-lt"/>
                <a:cs typeface="+mn-lt"/>
              </a:rPr>
              <a:t>": "string"</a:t>
            </a:r>
            <a:endParaRPr lang="en-US" sz="1200" dirty="0"/>
          </a:p>
          <a:p>
            <a:r>
              <a:rPr lang="en-US" sz="1200">
                <a:ea typeface="+mn-lt"/>
                <a:cs typeface="+mn-lt"/>
              </a:rPr>
              <a:t>  }</a:t>
            </a:r>
            <a:endParaRPr lang="en-US" sz="1200"/>
          </a:p>
          <a:p>
            <a:pPr algn="l"/>
            <a:r>
              <a:rPr lang="en-US" sz="1200">
                <a:ea typeface="+mn-lt"/>
                <a:cs typeface="+mn-lt"/>
              </a:rPr>
              <a:t>}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36282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5604-38EE-AFEA-F7A1-AD9DF546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Requirement Consolidation Logic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EBC59-03D3-A4DC-1512-CD26DF567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consolidation engine groups related canonical records by:</a:t>
            </a:r>
          </a:p>
          <a:p>
            <a:r>
              <a:rPr lang="en-US">
                <a:ea typeface="+mn-lt"/>
                <a:cs typeface="+mn-lt"/>
              </a:rPr>
              <a:t>module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feature intent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functional similarity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security relevance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quality relevance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risk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5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B61E-0163-DC2F-27B8-4390B90E3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Consolidated Requirement Model Schema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FF201-7F1F-0B51-9B45-4FCBF81C6A4D}"/>
              </a:ext>
            </a:extLst>
          </p:cNvPr>
          <p:cNvSpPr txBox="1"/>
          <p:nvPr/>
        </p:nvSpPr>
        <p:spPr>
          <a:xfrm>
            <a:off x="989462" y="1558119"/>
            <a:ext cx="9792268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ea typeface="+mn-lt"/>
                <a:cs typeface="+mn-lt"/>
              </a:rPr>
              <a:t>{</a:t>
            </a:r>
            <a:endParaRPr lang="en-US" sz="1000"/>
          </a:p>
          <a:p>
            <a:r>
              <a:rPr lang="en-US" sz="1000" dirty="0">
                <a:ea typeface="+mn-lt"/>
                <a:cs typeface="+mn-lt"/>
              </a:rPr>
              <a:t>  "</a:t>
            </a:r>
            <a:r>
              <a:rPr lang="en-US" sz="1000" dirty="0" err="1">
                <a:ea typeface="+mn-lt"/>
                <a:cs typeface="+mn-lt"/>
              </a:rPr>
              <a:t>requirementModelId</a:t>
            </a:r>
            <a:r>
              <a:rPr lang="en-US" sz="1000" dirty="0">
                <a:ea typeface="+mn-lt"/>
                <a:cs typeface="+mn-lt"/>
              </a:rPr>
              <a:t>": "RM-AUTH-001",</a:t>
            </a:r>
            <a:endParaRPr lang="en-US" sz="1000" dirty="0"/>
          </a:p>
          <a:p>
            <a:r>
              <a:rPr lang="en-US" sz="1000">
                <a:ea typeface="+mn-lt"/>
                <a:cs typeface="+mn-lt"/>
              </a:rPr>
              <a:t>  "module": "Authentication",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 "feature": "Customer Login",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 "sources": ["HP_ALM", "OWASP_ZAP", "SONARQUBE"],</a:t>
            </a:r>
            <a:endParaRPr lang="en-US" sz="1000"/>
          </a:p>
          <a:p>
            <a:r>
              <a:rPr lang="en-US" sz="1000" dirty="0">
                <a:ea typeface="+mn-lt"/>
                <a:cs typeface="+mn-lt"/>
              </a:rPr>
              <a:t>  "</a:t>
            </a:r>
            <a:r>
              <a:rPr lang="en-US" sz="1000" dirty="0" err="1">
                <a:ea typeface="+mn-lt"/>
                <a:cs typeface="+mn-lt"/>
              </a:rPr>
              <a:t>functionalRequirements</a:t>
            </a:r>
            <a:r>
              <a:rPr lang="en-US" sz="1000" dirty="0">
                <a:ea typeface="+mn-lt"/>
                <a:cs typeface="+mn-lt"/>
              </a:rPr>
              <a:t>": [</a:t>
            </a:r>
            <a:endParaRPr lang="en-US" sz="1000" dirty="0"/>
          </a:p>
          <a:p>
            <a:r>
              <a:rPr lang="en-US" sz="1000">
                <a:ea typeface="+mn-lt"/>
                <a:cs typeface="+mn-lt"/>
              </a:rPr>
              <a:t>    {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   "id": "ALM-1001",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   "description": "Customer should be able to login using valid credentials."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 }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 ],</a:t>
            </a:r>
            <a:endParaRPr lang="en-US" sz="1000"/>
          </a:p>
          <a:p>
            <a:r>
              <a:rPr lang="en-US" sz="1000" dirty="0">
                <a:ea typeface="+mn-lt"/>
                <a:cs typeface="+mn-lt"/>
              </a:rPr>
              <a:t>  "</a:t>
            </a:r>
            <a:r>
              <a:rPr lang="en-US" sz="1000" dirty="0" err="1">
                <a:ea typeface="+mn-lt"/>
                <a:cs typeface="+mn-lt"/>
              </a:rPr>
              <a:t>securityRequirements</a:t>
            </a:r>
            <a:r>
              <a:rPr lang="en-US" sz="1000" dirty="0">
                <a:ea typeface="+mn-lt"/>
                <a:cs typeface="+mn-lt"/>
              </a:rPr>
              <a:t>": [</a:t>
            </a:r>
            <a:endParaRPr lang="en-US" sz="1000" dirty="0"/>
          </a:p>
          <a:p>
            <a:r>
              <a:rPr lang="en-US" sz="1000">
                <a:ea typeface="+mn-lt"/>
                <a:cs typeface="+mn-lt"/>
              </a:rPr>
              <a:t>    {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   "id": "ZAP-40012",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   "description": "Authentication endpoint should be protected from brute-force attempts."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 }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 ],</a:t>
            </a:r>
            <a:endParaRPr lang="en-US" sz="1000"/>
          </a:p>
          <a:p>
            <a:r>
              <a:rPr lang="en-US" sz="1000" dirty="0">
                <a:ea typeface="+mn-lt"/>
                <a:cs typeface="+mn-lt"/>
              </a:rPr>
              <a:t>  "</a:t>
            </a:r>
            <a:r>
              <a:rPr lang="en-US" sz="1000" dirty="0" err="1">
                <a:ea typeface="+mn-lt"/>
                <a:cs typeface="+mn-lt"/>
              </a:rPr>
              <a:t>qualityRequirements</a:t>
            </a:r>
            <a:r>
              <a:rPr lang="en-US" sz="1000" dirty="0">
                <a:ea typeface="+mn-lt"/>
                <a:cs typeface="+mn-lt"/>
              </a:rPr>
              <a:t>": [</a:t>
            </a:r>
            <a:endParaRPr lang="en-US" sz="1000" dirty="0"/>
          </a:p>
          <a:p>
            <a:r>
              <a:rPr lang="en-US" sz="1000">
                <a:ea typeface="+mn-lt"/>
                <a:cs typeface="+mn-lt"/>
              </a:rPr>
              <a:t>    {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   "id": "SONAR-001",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   "description": "Credentials should not be hardcoded or exposed."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 }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 ],</a:t>
            </a:r>
            <a:endParaRPr lang="en-US" sz="1000"/>
          </a:p>
          <a:p>
            <a:r>
              <a:rPr lang="en-US" sz="1000" dirty="0">
                <a:ea typeface="+mn-lt"/>
                <a:cs typeface="+mn-lt"/>
              </a:rPr>
              <a:t>  "</a:t>
            </a:r>
            <a:r>
              <a:rPr lang="en-US" sz="1000" dirty="0" err="1">
                <a:ea typeface="+mn-lt"/>
                <a:cs typeface="+mn-lt"/>
              </a:rPr>
              <a:t>acceptanceCriteria</a:t>
            </a:r>
            <a:r>
              <a:rPr lang="en-US" sz="1000" dirty="0">
                <a:ea typeface="+mn-lt"/>
                <a:cs typeface="+mn-lt"/>
              </a:rPr>
              <a:t>": [],</a:t>
            </a:r>
            <a:endParaRPr lang="en-US" sz="1000" dirty="0"/>
          </a:p>
          <a:p>
            <a:r>
              <a:rPr lang="en-US" sz="1000" dirty="0">
                <a:ea typeface="+mn-lt"/>
                <a:cs typeface="+mn-lt"/>
              </a:rPr>
              <a:t>  "</a:t>
            </a:r>
            <a:r>
              <a:rPr lang="en-US" sz="1000" dirty="0" err="1">
                <a:ea typeface="+mn-lt"/>
                <a:cs typeface="+mn-lt"/>
              </a:rPr>
              <a:t>riskScenarios</a:t>
            </a:r>
            <a:r>
              <a:rPr lang="en-US" sz="1000" dirty="0">
                <a:ea typeface="+mn-lt"/>
                <a:cs typeface="+mn-lt"/>
              </a:rPr>
              <a:t>": [],</a:t>
            </a:r>
            <a:endParaRPr lang="en-US" sz="1000" dirty="0"/>
          </a:p>
          <a:p>
            <a:r>
              <a:rPr lang="en-US" sz="1000">
                <a:ea typeface="+mn-lt"/>
                <a:cs typeface="+mn-lt"/>
              </a:rPr>
              <a:t>  "traceability": [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   {</a:t>
            </a:r>
            <a:endParaRPr lang="en-US" sz="1000"/>
          </a:p>
          <a:p>
            <a:r>
              <a:rPr lang="en-US" sz="1000" dirty="0">
                <a:ea typeface="+mn-lt"/>
                <a:cs typeface="+mn-lt"/>
              </a:rPr>
              <a:t>      "</a:t>
            </a:r>
            <a:r>
              <a:rPr lang="en-US" sz="1000" dirty="0" err="1">
                <a:ea typeface="+mn-lt"/>
                <a:cs typeface="+mn-lt"/>
              </a:rPr>
              <a:t>functionalRequirementId</a:t>
            </a:r>
            <a:r>
              <a:rPr lang="en-US" sz="1000" dirty="0">
                <a:ea typeface="+mn-lt"/>
                <a:cs typeface="+mn-lt"/>
              </a:rPr>
              <a:t>": "ALM-1001",</a:t>
            </a:r>
            <a:endParaRPr lang="en-US" sz="1000" dirty="0"/>
          </a:p>
          <a:p>
            <a:r>
              <a:rPr lang="en-US" sz="1000" dirty="0">
                <a:ea typeface="+mn-lt"/>
                <a:cs typeface="+mn-lt"/>
              </a:rPr>
              <a:t>      "</a:t>
            </a:r>
            <a:r>
              <a:rPr lang="en-US" sz="1000" dirty="0" err="1">
                <a:ea typeface="+mn-lt"/>
                <a:cs typeface="+mn-lt"/>
              </a:rPr>
              <a:t>linkedSecurityFindings</a:t>
            </a:r>
            <a:r>
              <a:rPr lang="en-US" sz="1000" dirty="0">
                <a:ea typeface="+mn-lt"/>
                <a:cs typeface="+mn-lt"/>
              </a:rPr>
              <a:t>": ["ZAP-40012"],</a:t>
            </a:r>
            <a:endParaRPr lang="en-US" sz="1000" dirty="0"/>
          </a:p>
          <a:p>
            <a:r>
              <a:rPr lang="en-US" sz="1000" dirty="0">
                <a:ea typeface="+mn-lt"/>
                <a:cs typeface="+mn-lt"/>
              </a:rPr>
              <a:t>      "</a:t>
            </a:r>
            <a:r>
              <a:rPr lang="en-US" sz="1000" dirty="0" err="1">
                <a:ea typeface="+mn-lt"/>
                <a:cs typeface="+mn-lt"/>
              </a:rPr>
              <a:t>linkedQualityFindings</a:t>
            </a:r>
            <a:r>
              <a:rPr lang="en-US" sz="1000" dirty="0">
                <a:ea typeface="+mn-lt"/>
                <a:cs typeface="+mn-lt"/>
              </a:rPr>
              <a:t>": ["SONAR-001"]</a:t>
            </a:r>
            <a:endParaRPr lang="en-US" sz="1000" dirty="0"/>
          </a:p>
          <a:p>
            <a:r>
              <a:rPr lang="en-US" sz="1000">
                <a:ea typeface="+mn-lt"/>
                <a:cs typeface="+mn-lt"/>
              </a:rPr>
              <a:t>    }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 ],</a:t>
            </a:r>
            <a:endParaRPr lang="en-US" sz="1000"/>
          </a:p>
          <a:p>
            <a:r>
              <a:rPr lang="en-US" sz="1000">
                <a:ea typeface="+mn-lt"/>
                <a:cs typeface="+mn-lt"/>
              </a:rPr>
              <a:t>  "status": "CONSOLIDATED"</a:t>
            </a:r>
            <a:endParaRPr lang="en-US" sz="1000"/>
          </a:p>
          <a:p>
            <a:pPr algn="l"/>
            <a:r>
              <a:rPr lang="en-US" sz="1000">
                <a:ea typeface="+mn-lt"/>
                <a:cs typeface="+mn-lt"/>
              </a:rPr>
              <a:t>}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95507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5806-6BCA-0A03-1F91-13E46FE2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Azure OpenAI Requirement Analyst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3D0-8005-BD17-DCEC-915933A24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Purpo</a:t>
            </a:r>
            <a:r>
              <a:rPr lang="en-US" sz="2400" b="1" dirty="0"/>
              <a:t>se</a:t>
            </a:r>
          </a:p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Azure OpenAI enriches consolidated requirements by: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Identifying ambiguity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Detecting missing acceptance criteria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Identifying duplicate or overlapping requirements 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Creating risk-based scenarios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Generating traceability 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Producing CP1 validation recommendations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32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5F64-0649-7A34-88B6-F898B3D0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AI-Enriched Requirement Model Schema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F2F35-E338-6334-C195-F782A6620428}"/>
              </a:ext>
            </a:extLst>
          </p:cNvPr>
          <p:cNvSpPr txBox="1"/>
          <p:nvPr/>
        </p:nvSpPr>
        <p:spPr>
          <a:xfrm>
            <a:off x="943970" y="1444388"/>
            <a:ext cx="6164238" cy="46628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{</a:t>
            </a:r>
            <a:endParaRPr lang="en-US" sz="1100"/>
          </a:p>
          <a:p>
            <a:r>
              <a:rPr lang="en-US" sz="1100" dirty="0">
                <a:ea typeface="+mn-lt"/>
                <a:cs typeface="+mn-lt"/>
              </a:rPr>
              <a:t>  "</a:t>
            </a:r>
            <a:r>
              <a:rPr lang="en-US" sz="1100" dirty="0" err="1">
                <a:ea typeface="+mn-lt"/>
                <a:cs typeface="+mn-lt"/>
              </a:rPr>
              <a:t>requirementModelId</a:t>
            </a:r>
            <a:r>
              <a:rPr lang="en-US" sz="1100" dirty="0">
                <a:ea typeface="+mn-lt"/>
                <a:cs typeface="+mn-lt"/>
              </a:rPr>
              <a:t>": "RM-AUTH-001",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  "module": "Authentication",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"feature": "Customer Login",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"summary": "Validated login requirement model enriched with security and quality considerations.",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"ambiguities": [],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"duplicates": [],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"conflicts": [],</a:t>
            </a:r>
            <a:endParaRPr lang="en-US" sz="1100"/>
          </a:p>
          <a:p>
            <a:r>
              <a:rPr lang="en-US" sz="1100" dirty="0">
                <a:ea typeface="+mn-lt"/>
                <a:cs typeface="+mn-lt"/>
              </a:rPr>
              <a:t>  "</a:t>
            </a:r>
            <a:r>
              <a:rPr lang="en-US" sz="1100" dirty="0" err="1">
                <a:ea typeface="+mn-lt"/>
                <a:cs typeface="+mn-lt"/>
              </a:rPr>
              <a:t>functionalAcceptanceCriteria</a:t>
            </a:r>
            <a:r>
              <a:rPr lang="en-US" sz="1100" dirty="0">
                <a:ea typeface="+mn-lt"/>
                <a:cs typeface="+mn-lt"/>
              </a:rPr>
              <a:t>": [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    "Valid user can login successfully.",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 "Invalid user cannot login."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],</a:t>
            </a:r>
            <a:endParaRPr lang="en-US" sz="1100"/>
          </a:p>
          <a:p>
            <a:r>
              <a:rPr lang="en-US" sz="1100" dirty="0">
                <a:ea typeface="+mn-lt"/>
                <a:cs typeface="+mn-lt"/>
              </a:rPr>
              <a:t>  "</a:t>
            </a:r>
            <a:r>
              <a:rPr lang="en-US" sz="1100" dirty="0" err="1">
                <a:ea typeface="+mn-lt"/>
                <a:cs typeface="+mn-lt"/>
              </a:rPr>
              <a:t>securityAcceptanceCriteria</a:t>
            </a:r>
            <a:r>
              <a:rPr lang="en-US" sz="1100" dirty="0">
                <a:ea typeface="+mn-lt"/>
                <a:cs typeface="+mn-lt"/>
              </a:rPr>
              <a:t>": [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    "Repeated failed login attempts should be blocked or rate limited.",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 "Authentication error messages should not expose sensitive details."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],</a:t>
            </a:r>
            <a:endParaRPr lang="en-US" sz="1100"/>
          </a:p>
          <a:p>
            <a:r>
              <a:rPr lang="en-US" sz="1100" dirty="0">
                <a:ea typeface="+mn-lt"/>
                <a:cs typeface="+mn-lt"/>
              </a:rPr>
              <a:t>  "</a:t>
            </a:r>
            <a:r>
              <a:rPr lang="en-US" sz="1100" dirty="0" err="1">
                <a:ea typeface="+mn-lt"/>
                <a:cs typeface="+mn-lt"/>
              </a:rPr>
              <a:t>qualityAcceptanceCriteria</a:t>
            </a:r>
            <a:r>
              <a:rPr lang="en-US" sz="1100" dirty="0">
                <a:ea typeface="+mn-lt"/>
                <a:cs typeface="+mn-lt"/>
              </a:rPr>
              <a:t>": [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    "Credentials should not be hardcoded.",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 "Credentials should not be logged."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],</a:t>
            </a:r>
            <a:endParaRPr lang="en-US" sz="1100"/>
          </a:p>
          <a:p>
            <a:r>
              <a:rPr lang="en-US" sz="1100" dirty="0">
                <a:ea typeface="+mn-lt"/>
                <a:cs typeface="+mn-lt"/>
              </a:rPr>
              <a:t>  "</a:t>
            </a:r>
            <a:r>
              <a:rPr lang="en-US" sz="1100" dirty="0" err="1">
                <a:ea typeface="+mn-lt"/>
                <a:cs typeface="+mn-lt"/>
              </a:rPr>
              <a:t>riskBasedScenarios</a:t>
            </a:r>
            <a:r>
              <a:rPr lang="en-US" sz="1100" dirty="0">
                <a:ea typeface="+mn-lt"/>
                <a:cs typeface="+mn-lt"/>
              </a:rPr>
              <a:t>": [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    "Invalid login attempt",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 "Repeated failed login attempts",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 "Credential exposure validation"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 ],</a:t>
            </a:r>
            <a:endParaRPr lang="en-US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8B174-8262-6D1F-AC0A-3A8D16972835}"/>
              </a:ext>
            </a:extLst>
          </p:cNvPr>
          <p:cNvSpPr txBox="1"/>
          <p:nvPr/>
        </p:nvSpPr>
        <p:spPr>
          <a:xfrm>
            <a:off x="6226791" y="1444388"/>
            <a:ext cx="6164238" cy="46628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ea typeface="+mn-lt"/>
                <a:cs typeface="+mn-lt"/>
              </a:rPr>
              <a:t>traceability": [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 {</a:t>
            </a:r>
            <a:endParaRPr lang="en-US" sz="1100"/>
          </a:p>
          <a:p>
            <a:r>
              <a:rPr lang="en-US" sz="1100" dirty="0">
                <a:ea typeface="+mn-lt"/>
                <a:cs typeface="+mn-lt"/>
              </a:rPr>
              <a:t>      "</a:t>
            </a:r>
            <a:r>
              <a:rPr lang="en-US" sz="1100" dirty="0" err="1">
                <a:ea typeface="+mn-lt"/>
                <a:cs typeface="+mn-lt"/>
              </a:rPr>
              <a:t>sourceId</a:t>
            </a:r>
            <a:r>
              <a:rPr lang="en-US" sz="1100" dirty="0">
                <a:ea typeface="+mn-lt"/>
                <a:cs typeface="+mn-lt"/>
              </a:rPr>
              <a:t>": "ALM-1001",</a:t>
            </a:r>
            <a:endParaRPr lang="en-US" sz="1100" dirty="0"/>
          </a:p>
          <a:p>
            <a:r>
              <a:rPr lang="en-US" sz="1100" dirty="0">
                <a:ea typeface="+mn-lt"/>
                <a:cs typeface="+mn-lt"/>
              </a:rPr>
              <a:t>      "</a:t>
            </a:r>
            <a:r>
              <a:rPr lang="en-US" sz="1100" dirty="0" err="1">
                <a:ea typeface="+mn-lt"/>
                <a:cs typeface="+mn-lt"/>
              </a:rPr>
              <a:t>generatedCriteria</a:t>
            </a:r>
            <a:r>
              <a:rPr lang="en-US" sz="1100" dirty="0">
                <a:ea typeface="+mn-lt"/>
                <a:cs typeface="+mn-lt"/>
              </a:rPr>
              <a:t>": [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        "Valid user can login successfully.",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     "Invalid user cannot login."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   ]</a:t>
            </a:r>
          </a:p>
          <a:p>
            <a:r>
              <a:rPr lang="en-US" sz="1100">
                <a:ea typeface="+mn-lt"/>
                <a:cs typeface="+mn-lt"/>
              </a:rPr>
              <a:t>    },</a:t>
            </a:r>
          </a:p>
          <a:p>
            <a:r>
              <a:rPr lang="en-US" sz="1100">
                <a:ea typeface="+mn-lt"/>
                <a:cs typeface="+mn-lt"/>
              </a:rPr>
              <a:t>    {</a:t>
            </a:r>
          </a:p>
          <a:p>
            <a:r>
              <a:rPr lang="en-US" sz="1100" dirty="0">
                <a:ea typeface="+mn-lt"/>
                <a:cs typeface="+mn-lt"/>
              </a:rPr>
              <a:t>      "</a:t>
            </a:r>
            <a:r>
              <a:rPr lang="en-US" sz="1100" dirty="0" err="1">
                <a:ea typeface="+mn-lt"/>
                <a:cs typeface="+mn-lt"/>
              </a:rPr>
              <a:t>sourceId</a:t>
            </a:r>
            <a:r>
              <a:rPr lang="en-US" sz="1100" dirty="0">
                <a:ea typeface="+mn-lt"/>
                <a:cs typeface="+mn-lt"/>
              </a:rPr>
              <a:t>": "ZAP-40012",</a:t>
            </a:r>
            <a:endParaRPr lang="en-US" sz="1100" dirty="0"/>
          </a:p>
          <a:p>
            <a:r>
              <a:rPr lang="en-US" sz="1100" dirty="0">
                <a:ea typeface="+mn-lt"/>
                <a:cs typeface="+mn-lt"/>
              </a:rPr>
              <a:t>      "</a:t>
            </a:r>
            <a:r>
              <a:rPr lang="en-US" sz="1100" dirty="0" err="1">
                <a:ea typeface="+mn-lt"/>
                <a:cs typeface="+mn-lt"/>
              </a:rPr>
              <a:t>generatedCriteria</a:t>
            </a:r>
            <a:r>
              <a:rPr lang="en-US" sz="1100" dirty="0">
                <a:ea typeface="+mn-lt"/>
                <a:cs typeface="+mn-lt"/>
              </a:rPr>
              <a:t>": [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        "Repeated failed login attempts should be blocked or rate limited."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   ]</a:t>
            </a:r>
          </a:p>
          <a:p>
            <a:r>
              <a:rPr lang="en-US" sz="1100">
                <a:ea typeface="+mn-lt"/>
                <a:cs typeface="+mn-lt"/>
              </a:rPr>
              <a:t>    },</a:t>
            </a:r>
          </a:p>
          <a:p>
            <a:r>
              <a:rPr lang="en-US" sz="1100">
                <a:ea typeface="+mn-lt"/>
                <a:cs typeface="+mn-lt"/>
              </a:rPr>
              <a:t>    {</a:t>
            </a:r>
          </a:p>
          <a:p>
            <a:r>
              <a:rPr lang="en-US" sz="1100" dirty="0">
                <a:ea typeface="+mn-lt"/>
                <a:cs typeface="+mn-lt"/>
              </a:rPr>
              <a:t>      "</a:t>
            </a:r>
            <a:r>
              <a:rPr lang="en-US" sz="1100" dirty="0" err="1">
                <a:ea typeface="+mn-lt"/>
                <a:cs typeface="+mn-lt"/>
              </a:rPr>
              <a:t>sourceId</a:t>
            </a:r>
            <a:r>
              <a:rPr lang="en-US" sz="1100" dirty="0">
                <a:ea typeface="+mn-lt"/>
                <a:cs typeface="+mn-lt"/>
              </a:rPr>
              <a:t>": "SONAR-001",</a:t>
            </a:r>
            <a:endParaRPr lang="en-US" sz="1100" dirty="0"/>
          </a:p>
          <a:p>
            <a:r>
              <a:rPr lang="en-US" sz="1100" dirty="0">
                <a:ea typeface="+mn-lt"/>
                <a:cs typeface="+mn-lt"/>
              </a:rPr>
              <a:t>      "</a:t>
            </a:r>
            <a:r>
              <a:rPr lang="en-US" sz="1100" dirty="0" err="1">
                <a:ea typeface="+mn-lt"/>
                <a:cs typeface="+mn-lt"/>
              </a:rPr>
              <a:t>generatedCriteria</a:t>
            </a:r>
            <a:r>
              <a:rPr lang="en-US" sz="1100" dirty="0">
                <a:ea typeface="+mn-lt"/>
                <a:cs typeface="+mn-lt"/>
              </a:rPr>
              <a:t>": [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        "Credentials should not be hardcoded.",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     "Credentials should not be logged."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      ]</a:t>
            </a:r>
          </a:p>
          <a:p>
            <a:r>
              <a:rPr lang="en-US" sz="1100">
                <a:ea typeface="+mn-lt"/>
                <a:cs typeface="+mn-lt"/>
              </a:rPr>
              <a:t>    }</a:t>
            </a:r>
          </a:p>
          <a:p>
            <a:r>
              <a:rPr lang="en-US" sz="1100">
                <a:ea typeface="+mn-lt"/>
                <a:cs typeface="+mn-lt"/>
              </a:rPr>
              <a:t>  ],</a:t>
            </a:r>
            <a:endParaRPr lang="en-US" sz="1100"/>
          </a:p>
          <a:p>
            <a:r>
              <a:rPr lang="en-US" sz="1100" dirty="0">
                <a:ea typeface="+mn-lt"/>
                <a:cs typeface="+mn-lt"/>
              </a:rPr>
              <a:t>  "</a:t>
            </a:r>
            <a:r>
              <a:rPr lang="en-US" sz="1100" dirty="0" err="1">
                <a:ea typeface="+mn-lt"/>
                <a:cs typeface="+mn-lt"/>
              </a:rPr>
              <a:t>confidenceScore</a:t>
            </a:r>
            <a:r>
              <a:rPr lang="en-US" sz="1100" dirty="0">
                <a:ea typeface="+mn-lt"/>
                <a:cs typeface="+mn-lt"/>
              </a:rPr>
              <a:t>": 0.86,</a:t>
            </a:r>
            <a:endParaRPr lang="en-US" sz="1100" dirty="0"/>
          </a:p>
          <a:p>
            <a:r>
              <a:rPr lang="en-US" sz="1100" dirty="0">
                <a:ea typeface="+mn-lt"/>
                <a:cs typeface="+mn-lt"/>
              </a:rPr>
              <a:t>  "</a:t>
            </a:r>
            <a:r>
              <a:rPr lang="en-US" sz="1100" dirty="0" err="1">
                <a:ea typeface="+mn-lt"/>
                <a:cs typeface="+mn-lt"/>
              </a:rPr>
              <a:t>humanReviewRequired</a:t>
            </a:r>
            <a:r>
              <a:rPr lang="en-US" sz="1100" dirty="0">
                <a:ea typeface="+mn-lt"/>
                <a:cs typeface="+mn-lt"/>
              </a:rPr>
              <a:t>": false</a:t>
            </a:r>
            <a:endParaRPr lang="en-US" sz="1100" dirty="0"/>
          </a:p>
          <a:p>
            <a:r>
              <a:rPr lang="en-US" sz="1100">
                <a:ea typeface="+mn-lt"/>
                <a:cs typeface="+mn-lt"/>
              </a:rPr>
              <a:t>}</a:t>
            </a:r>
            <a:endParaRPr lang="en-US" sz="110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93915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C8C2-4087-6EC3-53DF-5C762F79F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CP1 Validation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84BC-2819-017F-9CC1-3A868FBBA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Purpose</a:t>
            </a:r>
          </a:p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Validates whether the AI-enriched requirement model is complete, traceable, and ready for feature generation.</a:t>
            </a: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CP1 Validation Rules</a:t>
            </a:r>
          </a:p>
          <a:p>
            <a:pPr marL="0" indent="0">
              <a:buNone/>
            </a:pPr>
            <a:endParaRPr lang="en-US"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618DAF-BCA7-1843-9A62-44F0568DE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462135"/>
              </p:ext>
            </p:extLst>
          </p:nvPr>
        </p:nvGraphicFramePr>
        <p:xfrm>
          <a:off x="945444" y="3429000"/>
          <a:ext cx="11065004" cy="2865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31443">
                  <a:extLst>
                    <a:ext uri="{9D8B030D-6E8A-4147-A177-3AD203B41FA5}">
                      <a16:colId xmlns:a16="http://schemas.microsoft.com/office/drawing/2014/main" val="2670128021"/>
                    </a:ext>
                  </a:extLst>
                </a:gridCol>
                <a:gridCol w="4148666">
                  <a:extLst>
                    <a:ext uri="{9D8B030D-6E8A-4147-A177-3AD203B41FA5}">
                      <a16:colId xmlns:a16="http://schemas.microsoft.com/office/drawing/2014/main" val="721708610"/>
                    </a:ext>
                  </a:extLst>
                </a:gridCol>
                <a:gridCol w="3684895">
                  <a:extLst>
                    <a:ext uri="{9D8B030D-6E8A-4147-A177-3AD203B41FA5}">
                      <a16:colId xmlns:a16="http://schemas.microsoft.com/office/drawing/2014/main" val="1708344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Failure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140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Mandatory Field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Required model fields exist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Missing module, feature, acceptance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379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Ambiguity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Ambiguity list must be empty or reviewed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Ambiguity exists with no resolution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892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Acceptance Criteria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At least one acceptance criterion per source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Missing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909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Traceability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Each generated criterion links to source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Unlinked generated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691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Risk Coverage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High-risk ZAP/Sonar findings produce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High-risk item not covered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731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Duplicate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Duplicate or overlapping requirements are merged or flagged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Duplicates unresolved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074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Confidence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AI confidence meets 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Confidence below configured 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51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845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4AED-7EEE-FFC0-86DB-F286D27BD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CP1 Validation Report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831A5-5B45-2547-23DA-C3A0D42B28C5}"/>
              </a:ext>
            </a:extLst>
          </p:cNvPr>
          <p:cNvSpPr txBox="1"/>
          <p:nvPr/>
        </p:nvSpPr>
        <p:spPr>
          <a:xfrm>
            <a:off x="989462" y="1489881"/>
            <a:ext cx="5277133" cy="5416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{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"controlPoint": "CP1",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"name": "Requirement Validation",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"status": "PASSED",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"summary": {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"totalSourceRecords": 3,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"functionalRequirements": 1,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"securityFindings": 1,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"qualityFindings": 1,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"acceptanceCriteriaGenerated": 6,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"riskScenariosGenerated": 3,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"traceabilityCoverage": "100%",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"riskCoverage": "100%",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"ambiguityCount": 0,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"duplicateCount": 0,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   "confidenceScore": 0.86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},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"issues": [],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"humanReviewRequired": false,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  "nextStage": "FEATURE_ENGINEERING"</a:t>
            </a:r>
            <a:endParaRPr lang="en-US" sz="1600"/>
          </a:p>
          <a:p>
            <a:pPr algn="l"/>
            <a:r>
              <a:rPr lang="en-US" sz="1600">
                <a:ea typeface="+mn-lt"/>
                <a:cs typeface="+mn-lt"/>
              </a:rPr>
              <a:t>}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298178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CE6A-EDA7-AA1E-FE3A-A14C0F33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Output Work Products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43AB610-8CC9-CBE3-7F79-746250E476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928136"/>
              </p:ext>
            </p:extLst>
          </p:nvPr>
        </p:nvGraphicFramePr>
        <p:xfrm>
          <a:off x="838200" y="1825625"/>
          <a:ext cx="10515600" cy="2560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338165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07625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Work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215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raw-</a:t>
                      </a:r>
                      <a:r>
                        <a:rPr lang="en-US" dirty="0" err="1"/>
                        <a:t>records.json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Raw source records from all connectors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60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canonical-</a:t>
                      </a:r>
                      <a:r>
                        <a:rPr lang="en-US" dirty="0" err="1"/>
                        <a:t>requirements.json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Normalized records from all 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890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consolidated-</a:t>
                      </a:r>
                      <a:r>
                        <a:rPr lang="en-US" dirty="0" err="1"/>
                        <a:t>requirements.json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Grouped requirement model before AI enrichment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801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requirement-analysis-</a:t>
                      </a:r>
                      <a:r>
                        <a:rPr lang="en-US" dirty="0" err="1"/>
                        <a:t>report.json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analysis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761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cp1-validation-report.json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CP1 validation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244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validated-requirement-</a:t>
                      </a:r>
                      <a:r>
                        <a:rPr lang="en-US" dirty="0" err="1"/>
                        <a:t>model.json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Final output for Feature Engineering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273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943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445D-C5C0-25E3-F375-D7AF992B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Error Handling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56EBED3-84C1-9FD8-A0EC-683711D23B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7200304"/>
              </p:ext>
            </p:extLst>
          </p:nvPr>
        </p:nvGraphicFramePr>
        <p:xfrm>
          <a:off x="838200" y="1825625"/>
          <a:ext cx="10515600" cy="4846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191089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073047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090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Source connector disabled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Skip and log warning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85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Source input file missing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 connector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483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Source input invalid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 connector as failed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06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non-critical source unavailable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Continue with warning if HP ALM exists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29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HP ALM unavailable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Fail CP1 because primary functional requirement is missing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057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ZAP unavailable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Continue with warning, mark security enrichment incomplete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329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 unavailable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Continue with warning, mark quality enrichment incomplete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19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 OpenAI timeout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Retry with exponential backoff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76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Azure OpenAI invalid 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Retry with stricter JSON-only prompt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00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CP1 validation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Mark human review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78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68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1782-E399-6C36-1DC6-D94E5AAEF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Human-in-the-Loop Conditions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8C651-4380-7B9E-CBBC-0E68B8FE0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Human review is required when: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HP ALM requirement is ambiguous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AI confidence is below threshold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Security finding has no related requirement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Quality finding has no related requirement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Generated acceptance criteria changes business intent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Requirement conflicts exist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CP1 validation fails after remediation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Azure OpenAI cannot produce valid structured output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95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4A37-43D8-8B23-3A2A-172BB4A1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Integration with Next Layer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31506-1BFD-5FE9-0ECC-04E215D9E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Output</a:t>
            </a:r>
          </a:p>
          <a:p>
            <a:pPr marL="457200" indent="-457200"/>
            <a:r>
              <a:rPr lang="en-US">
                <a:latin typeface="Consolas"/>
              </a:rPr>
              <a:t>validated-requirement-</a:t>
            </a:r>
            <a:r>
              <a:rPr lang="en-US" err="1">
                <a:latin typeface="Consolas"/>
              </a:rPr>
              <a:t>model.json</a:t>
            </a:r>
            <a:endParaRPr lang="en-US" err="1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Consumed by</a:t>
            </a:r>
          </a:p>
          <a:p>
            <a:pPr marL="457200" indent="-457200"/>
            <a:r>
              <a:rPr lang="en-US">
                <a:latin typeface="Consolas"/>
              </a:rPr>
              <a:t>Feature Engineering Layer</a:t>
            </a:r>
            <a:endParaRPr lang="en-US">
              <a:latin typeface="Aptos"/>
            </a:endParaRPr>
          </a:p>
          <a:p>
            <a:pPr marL="0" indent="0">
              <a:buNone/>
            </a:pPr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>
                <a:latin typeface="Aptos"/>
              </a:rPr>
              <a:t>Downstream</a:t>
            </a:r>
            <a:r>
              <a:rPr lang="en-US">
                <a:ea typeface="+mn-lt"/>
                <a:cs typeface="+mn-lt"/>
              </a:rPr>
              <a:t> usage: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Generate feature files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Generate scenario outlines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Generate test data candidates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Maintain traceability to source requirements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89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5D2D-2DAC-AD4B-FE7E-739F2259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351476-6CFB-4583-4695-F70A8CE8F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460815"/>
              </p:ext>
            </p:extLst>
          </p:nvPr>
        </p:nvGraphicFramePr>
        <p:xfrm>
          <a:off x="838200" y="1825625"/>
          <a:ext cx="10515600" cy="466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68995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850185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73256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Sub-task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721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 source registry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Define HP ALM, ZAP, Sonar sources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source-</a:t>
                      </a:r>
                      <a:r>
                        <a:rPr lang="en-US" sz="1200" dirty="0" err="1"/>
                        <a:t>registry.json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839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connector interface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Standard connector contract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source-connector.js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159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HP ALM connector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Read HP ALM export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Raw HP ALM records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495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ZAP connector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Read ZAP JSON report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Raw ZAP findings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93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Sonar connector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Read Sonar issues report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Raw Sonar issues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34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source-specific mappers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Map raw records to canonical 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Canonical records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261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connector registry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Dynamically load enabled connectors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Connector execution flow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536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consolidation engine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Group by module, tags, endpoint, risk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Consolidated model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047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Azure OpenAI client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Connect to Azure OpenAI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AI analysis response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978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requirement prompt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 structured requirement analysis prompt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Prompt template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28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response validator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Validate JSON response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Valid AI output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292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CP1 validation engine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Run CP1 rules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CP1 validation report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845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Build output writer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Write all work products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JSON outputs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801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Add unit tests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Test connectors, mappers, validators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Test results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07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 demo data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HP ALM, ZAP, Sonar sample reports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Demo input package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4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End-to-end dry run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Execute complete layer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Validated requirement model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09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211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764BF-7358-94F9-29CD-5A2A53DF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Definition of Done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0E01-4BBD-FA12-209F-C94184BAD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The Requirement Intelligence Layer is considered complete when: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Connector registry can load enabled sources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HP ALM, OWASP ZAP, and SonarQube connectors execute independently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New source can be added without modifying consolidation engine 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Raw records are captured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Canonical records are generated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Consolidated requirement model is created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Azure OpenAI enriches requirements with acceptance criteria and risk scenarios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CP1 validation report is generated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Validated Requirement Model is produced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Human review conditions are identified 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Output is ready for Feature Engineering Layer </a:t>
            </a:r>
            <a:endParaRPr lang="en-US" sz="200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3451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E508F-31D8-3CC5-361F-41F5D4AE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A6C0-F071-9D69-D154-782C0F44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Effort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7C931-CCB4-8DEC-83EA-2E125EF55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83" y="145218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Foundation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Source Connectors</a:t>
            </a:r>
            <a:endParaRPr lang="en-US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17F8D-0465-F9D7-F2C0-B0CC8D004A39}"/>
              </a:ext>
            </a:extLst>
          </p:cNvPr>
          <p:cNvSpPr txBox="1"/>
          <p:nvPr/>
        </p:nvSpPr>
        <p:spPr>
          <a:xfrm>
            <a:off x="6095999" y="1558119"/>
            <a:ext cx="5823044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Canonical Model and Conso</a:t>
            </a:r>
            <a:r>
              <a:rPr lang="en-US" sz="2800">
                <a:ea typeface="+mn-lt"/>
                <a:cs typeface="+mn-lt"/>
              </a:rPr>
              <a:t>lidation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/>
              <a:t>Azure OpenAI Requirements Analyst</a:t>
            </a:r>
            <a:endParaRPr lang="en-US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0FBFAD-86B2-4D21-3F66-D61BBB929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661434"/>
              </p:ext>
            </p:extLst>
          </p:nvPr>
        </p:nvGraphicFramePr>
        <p:xfrm>
          <a:off x="228476" y="1973285"/>
          <a:ext cx="5720664" cy="19023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03225">
                  <a:extLst>
                    <a:ext uri="{9D8B030D-6E8A-4147-A177-3AD203B41FA5}">
                      <a16:colId xmlns:a16="http://schemas.microsoft.com/office/drawing/2014/main" val="2099995494"/>
                    </a:ext>
                  </a:extLst>
                </a:gridCol>
                <a:gridCol w="2317439">
                  <a:extLst>
                    <a:ext uri="{9D8B030D-6E8A-4147-A177-3AD203B41FA5}">
                      <a16:colId xmlns:a16="http://schemas.microsoft.com/office/drawing/2014/main" val="3919566737"/>
                    </a:ext>
                  </a:extLst>
                </a:gridCol>
              </a:tblGrid>
              <a:tr h="420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491590"/>
                  </a:ext>
                </a:extLst>
              </a:tr>
              <a:tr h="420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Source Registry Design and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317443"/>
                  </a:ext>
                </a:extLst>
              </a:tr>
              <a:tr h="420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Connector </a:t>
                      </a:r>
                      <a:r>
                        <a:rPr lang="en-US"/>
                        <a:t>Framework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.5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570181"/>
                  </a:ext>
                </a:extLst>
              </a:tr>
              <a:tr h="4207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Connector Registry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.5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64085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F6A6ECD-8CEE-4588-EBDD-C40E3865E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98906"/>
              </p:ext>
            </p:extLst>
          </p:nvPr>
        </p:nvGraphicFramePr>
        <p:xfrm>
          <a:off x="6096000" y="2082421"/>
          <a:ext cx="12191998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06119">
                  <a:extLst>
                    <a:ext uri="{9D8B030D-6E8A-4147-A177-3AD203B41FA5}">
                      <a16:colId xmlns:a16="http://schemas.microsoft.com/office/drawing/2014/main" val="849214336"/>
                    </a:ext>
                  </a:extLst>
                </a:gridCol>
                <a:gridCol w="7585879">
                  <a:extLst>
                    <a:ext uri="{9D8B030D-6E8A-4147-A177-3AD203B41FA5}">
                      <a16:colId xmlns:a16="http://schemas.microsoft.com/office/drawing/2014/main" val="24187687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87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Canonical Requirements </a:t>
                      </a:r>
                      <a:r>
                        <a:rPr lang="en-US"/>
                        <a:t>Schema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44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Source Mappers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09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Consolidation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89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Traceability</a:t>
                      </a:r>
                      <a:r>
                        <a:rPr lang="en-US" dirty="0"/>
                        <a:t>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3434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FD2FFB-6182-77E7-696C-8CDCAC630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791415"/>
              </p:ext>
            </p:extLst>
          </p:nvPr>
        </p:nvGraphicFramePr>
        <p:xfrm>
          <a:off x="228475" y="4577654"/>
          <a:ext cx="8029437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776716">
                  <a:extLst>
                    <a:ext uri="{9D8B030D-6E8A-4147-A177-3AD203B41FA5}">
                      <a16:colId xmlns:a16="http://schemas.microsoft.com/office/drawing/2014/main" val="2099995494"/>
                    </a:ext>
                  </a:extLst>
                </a:gridCol>
                <a:gridCol w="3252721">
                  <a:extLst>
                    <a:ext uri="{9D8B030D-6E8A-4147-A177-3AD203B41FA5}">
                      <a16:colId xmlns:a16="http://schemas.microsoft.com/office/drawing/2014/main" val="3919566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49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HP ALM Connector​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31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OWASP ZAP Connector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57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SonarQube Connector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6408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1F8EC3-3240-CAED-AA93-9DACEB7D9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034167"/>
              </p:ext>
            </p:extLst>
          </p:nvPr>
        </p:nvGraphicFramePr>
        <p:xfrm>
          <a:off x="6094830" y="4577653"/>
          <a:ext cx="8063552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06119">
                  <a:extLst>
                    <a:ext uri="{9D8B030D-6E8A-4147-A177-3AD203B41FA5}">
                      <a16:colId xmlns:a16="http://schemas.microsoft.com/office/drawing/2014/main" val="2099995494"/>
                    </a:ext>
                  </a:extLst>
                </a:gridCol>
                <a:gridCol w="3457433">
                  <a:extLst>
                    <a:ext uri="{9D8B030D-6E8A-4147-A177-3AD203B41FA5}">
                      <a16:colId xmlns:a16="http://schemas.microsoft.com/office/drawing/2014/main" val="3919566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49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Azure Ope</a:t>
                      </a:r>
                      <a:r>
                        <a:rPr lang="en-US"/>
                        <a:t>nAI Client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31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Requirement Analysis </a:t>
                      </a:r>
                      <a:r>
                        <a:rPr lang="en-US"/>
                        <a:t>Prompt Engineering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57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Response Validation Framework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64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AI </a:t>
                      </a:r>
                      <a:r>
                        <a:rPr lang="en-US" dirty="0" err="1"/>
                        <a:t>Ouput</a:t>
                      </a:r>
                      <a:r>
                        <a:rPr lang="en-US" dirty="0"/>
                        <a:t> Schema Validation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 Day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635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498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FC2F-C97C-BF57-E166-DD74C654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7E8C-1F31-C0CF-EA6E-01C89DA4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Effort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68225-3B3A-A291-093E-4EB390C06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72" y="147305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CP1 Validation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Total Effort Summary</a:t>
            </a:r>
            <a:endParaRPr lang="en-US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1D9EA-955D-3929-BB27-3634C01A5981}"/>
              </a:ext>
            </a:extLst>
          </p:cNvPr>
          <p:cNvSpPr txBox="1"/>
          <p:nvPr/>
        </p:nvSpPr>
        <p:spPr>
          <a:xfrm>
            <a:off x="6095999" y="1558119"/>
            <a:ext cx="582304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+mn-lt"/>
                <a:cs typeface="+mn-lt"/>
              </a:rPr>
              <a:t>Outputs &amp; Testing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3E8ACA-F2AE-939C-29C1-91CCBB31C555}"/>
              </a:ext>
            </a:extLst>
          </p:cNvPr>
          <p:cNvGraphicFramePr>
            <a:graphicFrameLocks noGrp="1"/>
          </p:cNvGraphicFramePr>
          <p:nvPr/>
        </p:nvGraphicFramePr>
        <p:xfrm>
          <a:off x="557284" y="2088107"/>
          <a:ext cx="802944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08059">
                  <a:extLst>
                    <a:ext uri="{9D8B030D-6E8A-4147-A177-3AD203B41FA5}">
                      <a16:colId xmlns:a16="http://schemas.microsoft.com/office/drawing/2014/main" val="2099995494"/>
                    </a:ext>
                  </a:extLst>
                </a:gridCol>
                <a:gridCol w="3821381">
                  <a:extLst>
                    <a:ext uri="{9D8B030D-6E8A-4147-A177-3AD203B41FA5}">
                      <a16:colId xmlns:a16="http://schemas.microsoft.com/office/drawing/2014/main" val="3919566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491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CP1 Rule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31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Confidence Threshold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57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Human Review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64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 Report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4627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B5854C2-FED1-B7B8-B00F-CB93F10F7E30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082421"/>
          <a:ext cx="12191999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87671">
                  <a:extLst>
                    <a:ext uri="{9D8B030D-6E8A-4147-A177-3AD203B41FA5}">
                      <a16:colId xmlns:a16="http://schemas.microsoft.com/office/drawing/2014/main" val="849214336"/>
                    </a:ext>
                  </a:extLst>
                </a:gridCol>
                <a:gridCol w="7904328">
                  <a:extLst>
                    <a:ext uri="{9D8B030D-6E8A-4147-A177-3AD203B41FA5}">
                      <a16:colId xmlns:a16="http://schemas.microsoft.com/office/drawing/2014/main" val="24187687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87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Writers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44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09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Sample Data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89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End-to-End Dry 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3434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16C7555-A082-A998-50CA-83BE9096648C}"/>
              </a:ext>
            </a:extLst>
          </p:cNvPr>
          <p:cNvGraphicFramePr>
            <a:graphicFrameLocks noGrp="1"/>
          </p:cNvGraphicFramePr>
          <p:nvPr/>
        </p:nvGraphicFramePr>
        <p:xfrm>
          <a:off x="557284" y="4423468"/>
          <a:ext cx="6676054" cy="2284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5794">
                  <a:extLst>
                    <a:ext uri="{9D8B030D-6E8A-4147-A177-3AD203B41FA5}">
                      <a16:colId xmlns:a16="http://schemas.microsoft.com/office/drawing/2014/main" val="1575484284"/>
                    </a:ext>
                  </a:extLst>
                </a:gridCol>
                <a:gridCol w="4020260">
                  <a:extLst>
                    <a:ext uri="{9D8B030D-6E8A-4147-A177-3AD203B41FA5}">
                      <a16:colId xmlns:a16="http://schemas.microsoft.com/office/drawing/2014/main" val="69530846"/>
                    </a:ext>
                  </a:extLst>
                </a:gridCol>
              </a:tblGrid>
              <a:tr h="363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Workstream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740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Foundation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388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Source Connectors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6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4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Canonical Model &amp; Consolidation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7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054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Azure OpenAI Requirement Analyst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5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921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CP1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4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807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Outputs &amp; Testing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/>
                        <a:t>6 PD</a:t>
                      </a:r>
                      <a:endParaRPr lang="en-US" sz="12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921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Total</a:t>
                      </a:r>
                      <a:endParaRPr lang="en-US" sz="1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/>
                        <a:t>30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917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71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Purpose</vt:lpstr>
      <vt:lpstr>Scope</vt:lpstr>
      <vt:lpstr>High Level Flow</vt:lpstr>
      <vt:lpstr>Key Design Principle</vt:lpstr>
      <vt:lpstr>Components</vt:lpstr>
      <vt:lpstr>Connector Responsibilities</vt:lpstr>
      <vt:lpstr>Connector Responsibilities</vt:lpstr>
      <vt:lpstr>Connector Responsibilities</vt:lpstr>
      <vt:lpstr>Canonical Requirement Record Schema</vt:lpstr>
      <vt:lpstr>Requirement Consolidation Logic</vt:lpstr>
      <vt:lpstr>Consolidated Requirement Model Schema</vt:lpstr>
      <vt:lpstr>Azure OpenAI Requirement Analyst</vt:lpstr>
      <vt:lpstr>AI-Enriched Requirement Model Schema</vt:lpstr>
      <vt:lpstr>CP1 Validation Engine</vt:lpstr>
      <vt:lpstr>CP1 Validation Report</vt:lpstr>
      <vt:lpstr>Output Work Products</vt:lpstr>
      <vt:lpstr>Error Handling</vt:lpstr>
      <vt:lpstr>Human-in-the-Loop Conditions</vt:lpstr>
      <vt:lpstr>Integration with Next Layer</vt:lpstr>
      <vt:lpstr>Implementation Task Breakdown</vt:lpstr>
      <vt:lpstr>Definition of Done</vt:lpstr>
      <vt:lpstr>Estimated Effort Summary</vt:lpstr>
      <vt:lpstr>Estimated Effort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458</cp:revision>
  <dcterms:created xsi:type="dcterms:W3CDTF">2026-06-15T09:04:22Z</dcterms:created>
  <dcterms:modified xsi:type="dcterms:W3CDTF">2026-06-16T09:29:07Z</dcterms:modified>
</cp:coreProperties>
</file>