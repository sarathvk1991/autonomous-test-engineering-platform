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80" r:id="rId14"/>
    <p:sldId id="286" r:id="rId15"/>
    <p:sldId id="287" r:id="rId16"/>
    <p:sldId id="272" r:id="rId17"/>
    <p:sldId id="282" r:id="rId18"/>
    <p:sldId id="275" r:id="rId19"/>
    <p:sldId id="276" r:id="rId20"/>
    <p:sldId id="284" r:id="rId21"/>
    <p:sldId id="285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DD5BB-3702-705F-00FE-EB82224E2CBD}" v="521" dt="2026-06-15T11:05:20.439"/>
    <p1510:client id="{654EFC0C-31E0-4E13-3850-21381BBF1D5A}" v="406" dt="2026-06-16T08:00:43.966"/>
    <p1510:client id="{6B24E2F4-B2DA-36C3-1AEA-8C5007D46469}" v="477" dt="2026-06-15T16:47:01.232"/>
    <p1510:client id="{CE08FBFC-257D-8867-7FB5-46FAAF0FE86F}" v="636" dt="2026-06-15T11:16:39.331"/>
    <p1510:client id="{E6DE46B0-39C9-479E-FEB7-AB4BD6A69DF4}" v="1" dt="2026-06-15T14:18:27.756"/>
    <p1510:client id="{EB684B03-C2C4-CC91-30E4-18345DF5B0F3}" v="426" dt="2026-06-16T07:19:39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654EFC0C-31E0-4E13-3850-21381BBF1D5A}"/>
    <pc:docChg chg="addSld modSld">
      <pc:chgData name="Sarath V." userId="S::sarath.v@nestgroup.net::11759a50-5485-4f58-ac09-6b79d4ba9e0d" providerId="AD" clId="Web-{654EFC0C-31E0-4E13-3850-21381BBF1D5A}" dt="2026-06-16T08:00:43.966" v="430" actId="20577"/>
      <pc:docMkLst>
        <pc:docMk/>
      </pc:docMkLst>
      <pc:sldChg chg="modSp">
        <pc:chgData name="Sarath V." userId="S::sarath.v@nestgroup.net::11759a50-5485-4f58-ac09-6b79d4ba9e0d" providerId="AD" clId="Web-{654EFC0C-31E0-4E13-3850-21381BBF1D5A}" dt="2026-06-16T07:36:13.528" v="42"/>
        <pc:sldMkLst>
          <pc:docMk/>
          <pc:sldMk cId="2586860553" sldId="257"/>
        </pc:sldMkLst>
        <pc:spChg chg="mod">
          <ac:chgData name="Sarath V." userId="S::sarath.v@nestgroup.net::11759a50-5485-4f58-ac09-6b79d4ba9e0d" providerId="AD" clId="Web-{654EFC0C-31E0-4E13-3850-21381BBF1D5A}" dt="2026-06-16T07:36:13.528" v="42"/>
          <ac:spMkLst>
            <pc:docMk/>
            <pc:sldMk cId="2586860553" sldId="257"/>
            <ac:spMk id="3" creationId="{211748B5-8CB3-10CE-6C8F-1767A485FEF0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37:02.655" v="55" actId="20577"/>
        <pc:sldMkLst>
          <pc:docMk/>
          <pc:sldMk cId="1322801298" sldId="258"/>
        </pc:sldMkLst>
        <pc:spChg chg="mod">
          <ac:chgData name="Sarath V." userId="S::sarath.v@nestgroup.net::11759a50-5485-4f58-ac09-6b79d4ba9e0d" providerId="AD" clId="Web-{654EFC0C-31E0-4E13-3850-21381BBF1D5A}" dt="2026-06-16T07:37:02.655" v="55" actId="20577"/>
          <ac:spMkLst>
            <pc:docMk/>
            <pc:sldMk cId="1322801298" sldId="258"/>
            <ac:spMk id="3" creationId="{6E50B232-6C5A-1B23-AA17-4D30A01914E8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38:10.549" v="78" actId="20577"/>
        <pc:sldMkLst>
          <pc:docMk/>
          <pc:sldMk cId="2899444663" sldId="259"/>
        </pc:sldMkLst>
        <pc:spChg chg="mod">
          <ac:chgData name="Sarath V." userId="S::sarath.v@nestgroup.net::11759a50-5485-4f58-ac09-6b79d4ba9e0d" providerId="AD" clId="Web-{654EFC0C-31E0-4E13-3850-21381BBF1D5A}" dt="2026-06-16T07:38:10.549" v="78" actId="20577"/>
          <ac:spMkLst>
            <pc:docMk/>
            <pc:sldMk cId="2899444663" sldId="259"/>
            <ac:spMk id="3" creationId="{ABBBFFA7-2192-9287-425C-5BCE1BCB7682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39:25.552" v="86" actId="20577"/>
        <pc:sldMkLst>
          <pc:docMk/>
          <pc:sldMk cId="2592136649" sldId="260"/>
        </pc:sldMkLst>
        <pc:spChg chg="mod">
          <ac:chgData name="Sarath V." userId="S::sarath.v@nestgroup.net::11759a50-5485-4f58-ac09-6b79d4ba9e0d" providerId="AD" clId="Web-{654EFC0C-31E0-4E13-3850-21381BBF1D5A}" dt="2026-06-16T07:38:24.503" v="79" actId="20577"/>
          <ac:spMkLst>
            <pc:docMk/>
            <pc:sldMk cId="2592136649" sldId="260"/>
            <ac:spMk id="4" creationId="{8D6CA17B-9764-1CF7-1830-8F1586DBEE65}"/>
          </ac:spMkLst>
        </pc:spChg>
        <pc:spChg chg="mod">
          <ac:chgData name="Sarath V." userId="S::sarath.v@nestgroup.net::11759a50-5485-4f58-ac09-6b79d4ba9e0d" providerId="AD" clId="Web-{654EFC0C-31E0-4E13-3850-21381BBF1D5A}" dt="2026-06-16T07:38:38.363" v="81" actId="20577"/>
          <ac:spMkLst>
            <pc:docMk/>
            <pc:sldMk cId="2592136649" sldId="260"/>
            <ac:spMk id="5" creationId="{507C99C8-A486-0439-8F0A-458B6CAC11EB}"/>
          </ac:spMkLst>
        </pc:spChg>
        <pc:spChg chg="mod">
          <ac:chgData name="Sarath V." userId="S::sarath.v@nestgroup.net::11759a50-5485-4f58-ac09-6b79d4ba9e0d" providerId="AD" clId="Web-{654EFC0C-31E0-4E13-3850-21381BBF1D5A}" dt="2026-06-16T07:38:47.425" v="82" actId="20577"/>
          <ac:spMkLst>
            <pc:docMk/>
            <pc:sldMk cId="2592136649" sldId="260"/>
            <ac:spMk id="6" creationId="{6B67A3CF-CB53-8DAB-5B8D-C125F44A8F03}"/>
          </ac:spMkLst>
        </pc:spChg>
        <pc:spChg chg="mod">
          <ac:chgData name="Sarath V." userId="S::sarath.v@nestgroup.net::11759a50-5485-4f58-ac09-6b79d4ba9e0d" providerId="AD" clId="Web-{654EFC0C-31E0-4E13-3850-21381BBF1D5A}" dt="2026-06-16T07:38:56.176" v="83" actId="20577"/>
          <ac:spMkLst>
            <pc:docMk/>
            <pc:sldMk cId="2592136649" sldId="260"/>
            <ac:spMk id="7" creationId="{0D1882DD-5574-569C-D91B-7E9C8FA8579A}"/>
          </ac:spMkLst>
        </pc:spChg>
        <pc:spChg chg="mod">
          <ac:chgData name="Sarath V." userId="S::sarath.v@nestgroup.net::11759a50-5485-4f58-ac09-6b79d4ba9e0d" providerId="AD" clId="Web-{654EFC0C-31E0-4E13-3850-21381BBF1D5A}" dt="2026-06-16T07:39:07.707" v="84" actId="20577"/>
          <ac:spMkLst>
            <pc:docMk/>
            <pc:sldMk cId="2592136649" sldId="260"/>
            <ac:spMk id="8" creationId="{057F2221-6128-67EA-3E30-7E13BBB092D1}"/>
          </ac:spMkLst>
        </pc:spChg>
        <pc:spChg chg="mod">
          <ac:chgData name="Sarath V." userId="S::sarath.v@nestgroup.net::11759a50-5485-4f58-ac09-6b79d4ba9e0d" providerId="AD" clId="Web-{654EFC0C-31E0-4E13-3850-21381BBF1D5A}" dt="2026-06-16T07:39:25.552" v="86" actId="20577"/>
          <ac:spMkLst>
            <pc:docMk/>
            <pc:sldMk cId="2592136649" sldId="260"/>
            <ac:spMk id="12" creationId="{5B199168-7D25-279D-8ADA-E06BFE653BFC}"/>
          </ac:spMkLst>
        </pc:spChg>
        <pc:spChg chg="mod">
          <ac:chgData name="Sarath V." userId="S::sarath.v@nestgroup.net::11759a50-5485-4f58-ac09-6b79d4ba9e0d" providerId="AD" clId="Web-{654EFC0C-31E0-4E13-3850-21381BBF1D5A}" dt="2026-06-16T07:39:15.395" v="85" actId="20577"/>
          <ac:spMkLst>
            <pc:docMk/>
            <pc:sldMk cId="2592136649" sldId="260"/>
            <ac:spMk id="13" creationId="{95361FFD-8D98-47EB-0F74-E6F510DB1593}"/>
          </ac:spMkLst>
        </pc:spChg>
      </pc:sldChg>
      <pc:sldChg chg="delSp modSp">
        <pc:chgData name="Sarath V." userId="S::sarath.v@nestgroup.net::11759a50-5485-4f58-ac09-6b79d4ba9e0d" providerId="AD" clId="Web-{654EFC0C-31E0-4E13-3850-21381BBF1D5A}" dt="2026-06-16T07:41:26.448" v="105" actId="20577"/>
        <pc:sldMkLst>
          <pc:docMk/>
          <pc:sldMk cId="2483865992" sldId="261"/>
        </pc:sldMkLst>
        <pc:spChg chg="mod">
          <ac:chgData name="Sarath V." userId="S::sarath.v@nestgroup.net::11759a50-5485-4f58-ac09-6b79d4ba9e0d" providerId="AD" clId="Web-{654EFC0C-31E0-4E13-3850-21381BBF1D5A}" dt="2026-06-16T07:41:26.448" v="105" actId="20577"/>
          <ac:spMkLst>
            <pc:docMk/>
            <pc:sldMk cId="2483865992" sldId="261"/>
            <ac:spMk id="3" creationId="{9BAE228B-D27A-2C80-036D-611D2886614D}"/>
          </ac:spMkLst>
        </pc:spChg>
        <pc:spChg chg="del">
          <ac:chgData name="Sarath V." userId="S::sarath.v@nestgroup.net::11759a50-5485-4f58-ac09-6b79d4ba9e0d" providerId="AD" clId="Web-{654EFC0C-31E0-4E13-3850-21381BBF1D5A}" dt="2026-06-16T07:41:01.728" v="95"/>
          <ac:spMkLst>
            <pc:docMk/>
            <pc:sldMk cId="2483865992" sldId="261"/>
            <ac:spMk id="4" creationId="{76F235D4-6503-CBCE-86D1-4D3F05A8A34B}"/>
          </ac:spMkLst>
        </pc:spChg>
        <pc:spChg chg="del">
          <ac:chgData name="Sarath V." userId="S::sarath.v@nestgroup.net::11759a50-5485-4f58-ac09-6b79d4ba9e0d" providerId="AD" clId="Web-{654EFC0C-31E0-4E13-3850-21381BBF1D5A}" dt="2026-06-16T07:41:01.728" v="94"/>
          <ac:spMkLst>
            <pc:docMk/>
            <pc:sldMk cId="2483865992" sldId="261"/>
            <ac:spMk id="5" creationId="{908E0DC2-80D8-CC29-2EE5-05175083085D}"/>
          </ac:spMkLst>
        </pc:spChg>
        <pc:spChg chg="del">
          <ac:chgData name="Sarath V." userId="S::sarath.v@nestgroup.net::11759a50-5485-4f58-ac09-6b79d4ba9e0d" providerId="AD" clId="Web-{654EFC0C-31E0-4E13-3850-21381BBF1D5A}" dt="2026-06-16T07:41:01.728" v="92"/>
          <ac:spMkLst>
            <pc:docMk/>
            <pc:sldMk cId="2483865992" sldId="261"/>
            <ac:spMk id="9" creationId="{9FA99B73-6DB8-5AEA-373A-1061801131C8}"/>
          </ac:spMkLst>
        </pc:spChg>
        <pc:spChg chg="del">
          <ac:chgData name="Sarath V." userId="S::sarath.v@nestgroup.net::11759a50-5485-4f58-ac09-6b79d4ba9e0d" providerId="AD" clId="Web-{654EFC0C-31E0-4E13-3850-21381BBF1D5A}" dt="2026-06-16T07:41:01.728" v="91"/>
          <ac:spMkLst>
            <pc:docMk/>
            <pc:sldMk cId="2483865992" sldId="261"/>
            <ac:spMk id="10" creationId="{AC685EE8-3D9A-2D31-4C8D-2573FDB76F02}"/>
          </ac:spMkLst>
        </pc:spChg>
        <pc:cxnChg chg="del">
          <ac:chgData name="Sarath V." userId="S::sarath.v@nestgroup.net::11759a50-5485-4f58-ac09-6b79d4ba9e0d" providerId="AD" clId="Web-{654EFC0C-31E0-4E13-3850-21381BBF1D5A}" dt="2026-06-16T07:41:03.196" v="96"/>
          <ac:cxnSpMkLst>
            <pc:docMk/>
            <pc:sldMk cId="2483865992" sldId="261"/>
            <ac:cxnSpMk id="6" creationId="{3BD6987F-A384-3F1B-FD12-C2697F447C05}"/>
          </ac:cxnSpMkLst>
        </pc:cxnChg>
        <pc:cxnChg chg="del">
          <ac:chgData name="Sarath V." userId="S::sarath.v@nestgroup.net::11759a50-5485-4f58-ac09-6b79d4ba9e0d" providerId="AD" clId="Web-{654EFC0C-31E0-4E13-3850-21381BBF1D5A}" dt="2026-06-16T07:41:01.728" v="93"/>
          <ac:cxnSpMkLst>
            <pc:docMk/>
            <pc:sldMk cId="2483865992" sldId="261"/>
            <ac:cxnSpMk id="8" creationId="{956C3A56-6FF7-E76C-6605-7BA70C39E367}"/>
          </ac:cxnSpMkLst>
        </pc:cxnChg>
        <pc:cxnChg chg="del">
          <ac:chgData name="Sarath V." userId="S::sarath.v@nestgroup.net::11759a50-5485-4f58-ac09-6b79d4ba9e0d" providerId="AD" clId="Web-{654EFC0C-31E0-4E13-3850-21381BBF1D5A}" dt="2026-06-16T07:41:01.728" v="90"/>
          <ac:cxnSpMkLst>
            <pc:docMk/>
            <pc:sldMk cId="2483865992" sldId="261"/>
            <ac:cxnSpMk id="11" creationId="{F8347524-058D-51C8-05E0-2AB0386446CC}"/>
          </ac:cxnSpMkLst>
        </pc:cxnChg>
      </pc:sldChg>
      <pc:sldChg chg="addSp delSp modSp">
        <pc:chgData name="Sarath V." userId="S::sarath.v@nestgroup.net::11759a50-5485-4f58-ac09-6b79d4ba9e0d" providerId="AD" clId="Web-{654EFC0C-31E0-4E13-3850-21381BBF1D5A}" dt="2026-06-16T07:41:37.761" v="107"/>
        <pc:sldMkLst>
          <pc:docMk/>
          <pc:sldMk cId="1095280568" sldId="262"/>
        </pc:sldMkLst>
        <pc:spChg chg="add del mod">
          <ac:chgData name="Sarath V." userId="S::sarath.v@nestgroup.net::11759a50-5485-4f58-ac09-6b79d4ba9e0d" providerId="AD" clId="Web-{654EFC0C-31E0-4E13-3850-21381BBF1D5A}" dt="2026-06-16T07:41:37.761" v="107"/>
          <ac:spMkLst>
            <pc:docMk/>
            <pc:sldMk cId="1095280568" sldId="262"/>
            <ac:spMk id="4" creationId="{588D6B4B-7E45-675F-040A-C707E48B3D79}"/>
          </ac:spMkLst>
        </pc:spChg>
        <pc:graphicFrameChg chg="del">
          <ac:chgData name="Sarath V." userId="S::sarath.v@nestgroup.net::11759a50-5485-4f58-ac09-6b79d4ba9e0d" providerId="AD" clId="Web-{654EFC0C-31E0-4E13-3850-21381BBF1D5A}" dt="2026-06-16T07:41:36.745" v="106"/>
          <ac:graphicFrameMkLst>
            <pc:docMk/>
            <pc:sldMk cId="1095280568" sldId="262"/>
            <ac:graphicFrameMk id="6" creationId="{E18AB39D-BB53-B054-5641-7CB764041BFA}"/>
          </ac:graphicFrameMkLst>
        </pc:graphicFrameChg>
        <pc:graphicFrameChg chg="add mod ord modGraphic">
          <ac:chgData name="Sarath V." userId="S::sarath.v@nestgroup.net::11759a50-5485-4f58-ac09-6b79d4ba9e0d" providerId="AD" clId="Web-{654EFC0C-31E0-4E13-3850-21381BBF1D5A}" dt="2026-06-16T07:41:37.761" v="107"/>
          <ac:graphicFrameMkLst>
            <pc:docMk/>
            <pc:sldMk cId="1095280568" sldId="262"/>
            <ac:graphicFrameMk id="7" creationId="{8B6B5687-E836-374D-6CAB-1DF8DCE0EE20}"/>
          </ac:graphicFrameMkLst>
        </pc:graphicFrameChg>
      </pc:sldChg>
      <pc:sldChg chg="modSp">
        <pc:chgData name="Sarath V." userId="S::sarath.v@nestgroup.net::11759a50-5485-4f58-ac09-6b79d4ba9e0d" providerId="AD" clId="Web-{654EFC0C-31E0-4E13-3850-21381BBF1D5A}" dt="2026-06-16T07:43:06.655" v="125"/>
        <pc:sldMkLst>
          <pc:docMk/>
          <pc:sldMk cId="4177215481" sldId="263"/>
        </pc:sldMkLst>
        <pc:spChg chg="mod">
          <ac:chgData name="Sarath V." userId="S::sarath.v@nestgroup.net::11759a50-5485-4f58-ac09-6b79d4ba9e0d" providerId="AD" clId="Web-{654EFC0C-31E0-4E13-3850-21381BBF1D5A}" dt="2026-06-16T07:41:55.683" v="108" actId="20577"/>
          <ac:spMkLst>
            <pc:docMk/>
            <pc:sldMk cId="4177215481" sldId="263"/>
            <ac:spMk id="2" creationId="{65DB7971-1E7C-6131-EB60-1E742F183BC5}"/>
          </ac:spMkLst>
        </pc:spChg>
        <pc:spChg chg="mod">
          <ac:chgData name="Sarath V." userId="S::sarath.v@nestgroup.net::11759a50-5485-4f58-ac09-6b79d4ba9e0d" providerId="AD" clId="Web-{654EFC0C-31E0-4E13-3850-21381BBF1D5A}" dt="2026-06-16T07:42:34.060" v="120" actId="20577"/>
          <ac:spMkLst>
            <pc:docMk/>
            <pc:sldMk cId="4177215481" sldId="263"/>
            <ac:spMk id="3" creationId="{BEFDCFDA-7EE2-55CD-7FA9-4B90E385B410}"/>
          </ac:spMkLst>
        </pc:spChg>
        <pc:spChg chg="mod">
          <ac:chgData name="Sarath V." userId="S::sarath.v@nestgroup.net::11759a50-5485-4f58-ac09-6b79d4ba9e0d" providerId="AD" clId="Web-{654EFC0C-31E0-4E13-3850-21381BBF1D5A}" dt="2026-06-16T07:43:06.655" v="125"/>
          <ac:spMkLst>
            <pc:docMk/>
            <pc:sldMk cId="4177215481" sldId="263"/>
            <ac:spMk id="5" creationId="{13C6EF92-705F-1882-0520-600749209D98}"/>
          </ac:spMkLst>
        </pc:spChg>
      </pc:sldChg>
      <pc:sldChg chg="addSp delSp modSp">
        <pc:chgData name="Sarath V." userId="S::sarath.v@nestgroup.net::11759a50-5485-4f58-ac09-6b79d4ba9e0d" providerId="AD" clId="Web-{654EFC0C-31E0-4E13-3850-21381BBF1D5A}" dt="2026-06-16T07:45:02.207" v="174" actId="20577"/>
        <pc:sldMkLst>
          <pc:docMk/>
          <pc:sldMk cId="641395149" sldId="264"/>
        </pc:sldMkLst>
        <pc:spChg chg="mod">
          <ac:chgData name="Sarath V." userId="S::sarath.v@nestgroup.net::11759a50-5485-4f58-ac09-6b79d4ba9e0d" providerId="AD" clId="Web-{654EFC0C-31E0-4E13-3850-21381BBF1D5A}" dt="2026-06-16T07:43:23.969" v="126" actId="20577"/>
          <ac:spMkLst>
            <pc:docMk/>
            <pc:sldMk cId="641395149" sldId="264"/>
            <ac:spMk id="2" creationId="{45CCA737-DA9E-3EA7-2DE1-5A1C27C7849B}"/>
          </ac:spMkLst>
        </pc:spChg>
        <pc:spChg chg="mod">
          <ac:chgData name="Sarath V." userId="S::sarath.v@nestgroup.net::11759a50-5485-4f58-ac09-6b79d4ba9e0d" providerId="AD" clId="Web-{654EFC0C-31E0-4E13-3850-21381BBF1D5A}" dt="2026-06-16T07:44:46.691" v="164" actId="14100"/>
          <ac:spMkLst>
            <pc:docMk/>
            <pc:sldMk cId="641395149" sldId="264"/>
            <ac:spMk id="3" creationId="{73846C37-C865-EABC-78A3-C2B8161644B5}"/>
          </ac:spMkLst>
        </pc:spChg>
        <pc:spChg chg="add mod">
          <ac:chgData name="Sarath V." userId="S::sarath.v@nestgroup.net::11759a50-5485-4f58-ac09-6b79d4ba9e0d" providerId="AD" clId="Web-{654EFC0C-31E0-4E13-3850-21381BBF1D5A}" dt="2026-06-16T07:45:02.207" v="174" actId="20577"/>
          <ac:spMkLst>
            <pc:docMk/>
            <pc:sldMk cId="641395149" sldId="264"/>
            <ac:spMk id="5" creationId="{FC20168E-7B8E-7D86-C234-61063AAF80DC}"/>
          </ac:spMkLst>
        </pc:spChg>
        <pc:graphicFrameChg chg="del mod modGraphic">
          <ac:chgData name="Sarath V." userId="S::sarath.v@nestgroup.net::11759a50-5485-4f58-ac09-6b79d4ba9e0d" providerId="AD" clId="Web-{654EFC0C-31E0-4E13-3850-21381BBF1D5A}" dt="2026-06-16T07:43:59.142" v="142"/>
          <ac:graphicFrameMkLst>
            <pc:docMk/>
            <pc:sldMk cId="641395149" sldId="264"/>
            <ac:graphicFrameMk id="6" creationId="{FD56F999-6ADA-5296-68B0-DA9D288229C5}"/>
          </ac:graphicFrameMkLst>
        </pc:graphicFrameChg>
      </pc:sldChg>
      <pc:sldChg chg="delSp modSp">
        <pc:chgData name="Sarath V." userId="S::sarath.v@nestgroup.net::11759a50-5485-4f58-ac09-6b79d4ba9e0d" providerId="AD" clId="Web-{654EFC0C-31E0-4E13-3850-21381BBF1D5A}" dt="2026-06-16T07:46:59.712" v="200" actId="20577"/>
        <pc:sldMkLst>
          <pc:docMk/>
          <pc:sldMk cId="484332319" sldId="265"/>
        </pc:sldMkLst>
        <pc:spChg chg="mod">
          <ac:chgData name="Sarath V." userId="S::sarath.v@nestgroup.net::11759a50-5485-4f58-ac09-6b79d4ba9e0d" providerId="AD" clId="Web-{654EFC0C-31E0-4E13-3850-21381BBF1D5A}" dt="2026-06-16T07:45:22.052" v="176" actId="20577"/>
          <ac:spMkLst>
            <pc:docMk/>
            <pc:sldMk cId="484332319" sldId="265"/>
            <ac:spMk id="2" creationId="{E497513A-78F2-3744-EB04-AF36D2670FB3}"/>
          </ac:spMkLst>
        </pc:spChg>
        <pc:spChg chg="mod">
          <ac:chgData name="Sarath V." userId="S::sarath.v@nestgroup.net::11759a50-5485-4f58-ac09-6b79d4ba9e0d" providerId="AD" clId="Web-{654EFC0C-31E0-4E13-3850-21381BBF1D5A}" dt="2026-06-16T07:46:45.915" v="198" actId="20577"/>
          <ac:spMkLst>
            <pc:docMk/>
            <pc:sldMk cId="484332319" sldId="265"/>
            <ac:spMk id="3" creationId="{30190425-7797-EADB-83D3-D68A007DA1F2}"/>
          </ac:spMkLst>
        </pc:spChg>
        <pc:spChg chg="mod">
          <ac:chgData name="Sarath V." userId="S::sarath.v@nestgroup.net::11759a50-5485-4f58-ac09-6b79d4ba9e0d" providerId="AD" clId="Web-{654EFC0C-31E0-4E13-3850-21381BBF1D5A}" dt="2026-06-16T07:46:59.712" v="200" actId="20577"/>
          <ac:spMkLst>
            <pc:docMk/>
            <pc:sldMk cId="484332319" sldId="265"/>
            <ac:spMk id="7" creationId="{C774F3D3-BF06-67E3-4AE9-814F94D1AB04}"/>
          </ac:spMkLst>
        </pc:spChg>
        <pc:graphicFrameChg chg="del mod modGraphic">
          <ac:chgData name="Sarath V." userId="S::sarath.v@nestgroup.net::11759a50-5485-4f58-ac09-6b79d4ba9e0d" providerId="AD" clId="Web-{654EFC0C-31E0-4E13-3850-21381BBF1D5A}" dt="2026-06-16T07:45:37.709" v="180"/>
          <ac:graphicFrameMkLst>
            <pc:docMk/>
            <pc:sldMk cId="484332319" sldId="265"/>
            <ac:graphicFrameMk id="5" creationId="{D440B228-3657-7FFB-E63A-7523B6569BB6}"/>
          </ac:graphicFrameMkLst>
        </pc:graphicFrameChg>
      </pc:sldChg>
      <pc:sldChg chg="modSp">
        <pc:chgData name="Sarath V." userId="S::sarath.v@nestgroup.net::11759a50-5485-4f58-ac09-6b79d4ba9e0d" providerId="AD" clId="Web-{654EFC0C-31E0-4E13-3850-21381BBF1D5A}" dt="2026-06-16T07:47:58.730" v="235" actId="20577"/>
        <pc:sldMkLst>
          <pc:docMk/>
          <pc:sldMk cId="2601805565" sldId="266"/>
        </pc:sldMkLst>
        <pc:spChg chg="mod">
          <ac:chgData name="Sarath V." userId="S::sarath.v@nestgroup.net::11759a50-5485-4f58-ac09-6b79d4ba9e0d" providerId="AD" clId="Web-{654EFC0C-31E0-4E13-3850-21381BBF1D5A}" dt="2026-06-16T07:47:14.760" v="201" actId="20577"/>
          <ac:spMkLst>
            <pc:docMk/>
            <pc:sldMk cId="2601805565" sldId="266"/>
            <ac:spMk id="2" creationId="{7035572F-3992-5C64-68E3-BD7F50FAA750}"/>
          </ac:spMkLst>
        </pc:spChg>
        <pc:spChg chg="mod">
          <ac:chgData name="Sarath V." userId="S::sarath.v@nestgroup.net::11759a50-5485-4f58-ac09-6b79d4ba9e0d" providerId="AD" clId="Web-{654EFC0C-31E0-4E13-3850-21381BBF1D5A}" dt="2026-06-16T07:47:58.730" v="235" actId="20577"/>
          <ac:spMkLst>
            <pc:docMk/>
            <pc:sldMk cId="2601805565" sldId="266"/>
            <ac:spMk id="3" creationId="{4B3E155C-AB87-090C-E8FA-DC665638A809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48:41.810" v="249" actId="20577"/>
        <pc:sldMkLst>
          <pc:docMk/>
          <pc:sldMk cId="1280231122" sldId="267"/>
        </pc:sldMkLst>
        <pc:spChg chg="mod">
          <ac:chgData name="Sarath V." userId="S::sarath.v@nestgroup.net::11759a50-5485-4f58-ac09-6b79d4ba9e0d" providerId="AD" clId="Web-{654EFC0C-31E0-4E13-3850-21381BBF1D5A}" dt="2026-06-16T07:48:13.278" v="238" actId="20577"/>
          <ac:spMkLst>
            <pc:docMk/>
            <pc:sldMk cId="1280231122" sldId="267"/>
            <ac:spMk id="2" creationId="{4FFF329F-D3D3-B9EA-3D7C-5F8259CBA164}"/>
          </ac:spMkLst>
        </pc:spChg>
        <pc:spChg chg="mod">
          <ac:chgData name="Sarath V." userId="S::sarath.v@nestgroup.net::11759a50-5485-4f58-ac09-6b79d4ba9e0d" providerId="AD" clId="Web-{654EFC0C-31E0-4E13-3850-21381BBF1D5A}" dt="2026-06-16T07:48:41.810" v="249" actId="20577"/>
          <ac:spMkLst>
            <pc:docMk/>
            <pc:sldMk cId="1280231122" sldId="267"/>
            <ac:spMk id="3" creationId="{0974D36E-94B4-D357-7314-E945CEA77ACA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53:46.088" v="316" actId="20577"/>
        <pc:sldMkLst>
          <pc:docMk/>
          <pc:sldMk cId="1046909804" sldId="272"/>
        </pc:sldMkLst>
        <pc:spChg chg="mod">
          <ac:chgData name="Sarath V." userId="S::sarath.v@nestgroup.net::11759a50-5485-4f58-ac09-6b79d4ba9e0d" providerId="AD" clId="Web-{654EFC0C-31E0-4E13-3850-21381BBF1D5A}" dt="2026-06-16T07:53:46.088" v="316" actId="20577"/>
          <ac:spMkLst>
            <pc:docMk/>
            <pc:sldMk cId="1046909804" sldId="272"/>
            <ac:spMk id="3" creationId="{33D56B61-6A33-3E23-B115-51D62A48D81A}"/>
          </ac:spMkLst>
        </pc:spChg>
      </pc:sldChg>
      <pc:sldChg chg="modSp">
        <pc:chgData name="Sarath V." userId="S::sarath.v@nestgroup.net::11759a50-5485-4f58-ac09-6b79d4ba9e0d" providerId="AD" clId="Web-{654EFC0C-31E0-4E13-3850-21381BBF1D5A}" dt="2026-06-16T07:55:04.591" v="326" actId="20577"/>
        <pc:sldMkLst>
          <pc:docMk/>
          <pc:sldMk cId="216957163" sldId="275"/>
        </pc:sldMkLst>
        <pc:spChg chg="mod">
          <ac:chgData name="Sarath V." userId="S::sarath.v@nestgroup.net::11759a50-5485-4f58-ac09-6b79d4ba9e0d" providerId="AD" clId="Web-{654EFC0C-31E0-4E13-3850-21381BBF1D5A}" dt="2026-06-16T07:55:04.591" v="326" actId="20577"/>
          <ac:spMkLst>
            <pc:docMk/>
            <pc:sldMk cId="216957163" sldId="275"/>
            <ac:spMk id="3" creationId="{3BA6393D-5873-D1C7-1284-4D196348B9A7}"/>
          </ac:spMkLst>
        </pc:spChg>
      </pc:sldChg>
      <pc:sldChg chg="addSp delSp modSp">
        <pc:chgData name="Sarath V." userId="S::sarath.v@nestgroup.net::11759a50-5485-4f58-ac09-6b79d4ba9e0d" providerId="AD" clId="Web-{654EFC0C-31E0-4E13-3850-21381BBF1D5A}" dt="2026-06-16T07:56:48.846" v="352"/>
        <pc:sldMkLst>
          <pc:docMk/>
          <pc:sldMk cId="128940972" sldId="276"/>
        </pc:sldMkLst>
        <pc:spChg chg="mod">
          <ac:chgData name="Sarath V." userId="S::sarath.v@nestgroup.net::11759a50-5485-4f58-ac09-6b79d4ba9e0d" providerId="AD" clId="Web-{654EFC0C-31E0-4E13-3850-21381BBF1D5A}" dt="2026-06-16T07:56:28.751" v="346" actId="20577"/>
          <ac:spMkLst>
            <pc:docMk/>
            <pc:sldMk cId="128940972" sldId="276"/>
            <ac:spMk id="4" creationId="{3BD728A9-F377-4115-4BE0-F1FFE8BA6353}"/>
          </ac:spMkLst>
        </pc:spChg>
        <pc:graphicFrameChg chg="add mod modGraphic">
          <ac:chgData name="Sarath V." userId="S::sarath.v@nestgroup.net::11759a50-5485-4f58-ac09-6b79d4ba9e0d" providerId="AD" clId="Web-{654EFC0C-31E0-4E13-3850-21381BBF1D5A}" dt="2026-06-16T07:56:14.641" v="336" actId="1076"/>
          <ac:graphicFrameMkLst>
            <pc:docMk/>
            <pc:sldMk cId="128940972" sldId="276"/>
            <ac:graphicFrameMk id="5" creationId="{DC05AD2D-6FE4-325A-5618-19400C08BBEC}"/>
          </ac:graphicFrameMkLst>
        </pc:graphicFrameChg>
        <pc:graphicFrameChg chg="add mod modGraphic">
          <ac:chgData name="Sarath V." userId="S::sarath.v@nestgroup.net::11759a50-5485-4f58-ac09-6b79d4ba9e0d" providerId="AD" clId="Web-{654EFC0C-31E0-4E13-3850-21381BBF1D5A}" dt="2026-06-16T07:56:48.846" v="352"/>
          <ac:graphicFrameMkLst>
            <pc:docMk/>
            <pc:sldMk cId="128940972" sldId="276"/>
            <ac:graphicFrameMk id="7" creationId="{496EFAD1-8AF0-FB28-8204-0F7EE657D690}"/>
          </ac:graphicFrameMkLst>
        </pc:graphicFrameChg>
        <pc:graphicFrameChg chg="del">
          <ac:chgData name="Sarath V." userId="S::sarath.v@nestgroup.net::11759a50-5485-4f58-ac09-6b79d4ba9e0d" providerId="AD" clId="Web-{654EFC0C-31E0-4E13-3850-21381BBF1D5A}" dt="2026-06-16T07:56:02.688" v="333"/>
          <ac:graphicFrameMkLst>
            <pc:docMk/>
            <pc:sldMk cId="128940972" sldId="276"/>
            <ac:graphicFrameMk id="9" creationId="{42B96E40-2312-0875-4EC1-64DA532E9956}"/>
          </ac:graphicFrameMkLst>
        </pc:graphicFrameChg>
        <pc:graphicFrameChg chg="del">
          <ac:chgData name="Sarath V." userId="S::sarath.v@nestgroup.net::11759a50-5485-4f58-ac09-6b79d4ba9e0d" providerId="AD" clId="Web-{654EFC0C-31E0-4E13-3850-21381BBF1D5A}" dt="2026-06-16T07:56:30.673" v="347"/>
          <ac:graphicFrameMkLst>
            <pc:docMk/>
            <pc:sldMk cId="128940972" sldId="276"/>
            <ac:graphicFrameMk id="11" creationId="{26CC6EC0-BB3F-15CB-D797-0160652D9BFD}"/>
          </ac:graphicFrameMkLst>
        </pc:graphicFrameChg>
      </pc:sldChg>
      <pc:sldChg chg="addSp delSp modSp">
        <pc:chgData name="Sarath V." userId="S::sarath.v@nestgroup.net::11759a50-5485-4f58-ac09-6b79d4ba9e0d" providerId="AD" clId="Web-{654EFC0C-31E0-4E13-3850-21381BBF1D5A}" dt="2026-06-16T08:00:43.966" v="430" actId="20577"/>
        <pc:sldMkLst>
          <pc:docMk/>
          <pc:sldMk cId="2815288669" sldId="277"/>
        </pc:sldMkLst>
        <pc:spChg chg="mod">
          <ac:chgData name="Sarath V." userId="S::sarath.v@nestgroup.net::11759a50-5485-4f58-ac09-6b79d4ba9e0d" providerId="AD" clId="Web-{654EFC0C-31E0-4E13-3850-21381BBF1D5A}" dt="2026-06-16T08:00:16.464" v="423" actId="20577"/>
          <ac:spMkLst>
            <pc:docMk/>
            <pc:sldMk cId="2815288669" sldId="277"/>
            <ac:spMk id="3" creationId="{E496910E-8347-9766-1A03-ECBDB61F0646}"/>
          </ac:spMkLst>
        </pc:spChg>
        <pc:spChg chg="mod">
          <ac:chgData name="Sarath V." userId="S::sarath.v@nestgroup.net::11759a50-5485-4f58-ac09-6b79d4ba9e0d" providerId="AD" clId="Web-{654EFC0C-31E0-4E13-3850-21381BBF1D5A}" dt="2026-06-16T08:00:43.966" v="430" actId="20577"/>
          <ac:spMkLst>
            <pc:docMk/>
            <pc:sldMk cId="2815288669" sldId="277"/>
            <ac:spMk id="5" creationId="{1D3DA672-2893-E8DF-C25E-B3937AB9D36A}"/>
          </ac:spMkLst>
        </pc:spChg>
        <pc:graphicFrameChg chg="add del mod">
          <ac:chgData name="Sarath V." userId="S::sarath.v@nestgroup.net::11759a50-5485-4f58-ac09-6b79d4ba9e0d" providerId="AD" clId="Web-{654EFC0C-31E0-4E13-3850-21381BBF1D5A}" dt="2026-06-16T07:59:40.056" v="409"/>
          <ac:graphicFrameMkLst>
            <pc:docMk/>
            <pc:sldMk cId="2815288669" sldId="277"/>
            <ac:graphicFrameMk id="6" creationId="{7D8DEB51-437C-769A-58CC-B479F3998E14}"/>
          </ac:graphicFrameMkLst>
        </pc:graphicFrameChg>
      </pc:sldChg>
      <pc:sldChg chg="addSp delSp modSp">
        <pc:chgData name="Sarath V." userId="S::sarath.v@nestgroup.net::11759a50-5485-4f58-ac09-6b79d4ba9e0d" providerId="AD" clId="Web-{654EFC0C-31E0-4E13-3850-21381BBF1D5A}" dt="2026-06-16T07:59:12.024" v="406"/>
        <pc:sldMkLst>
          <pc:docMk/>
          <pc:sldMk cId="2287427571" sldId="278"/>
        </pc:sldMkLst>
        <pc:graphicFrameChg chg="del">
          <ac:chgData name="Sarath V." userId="S::sarath.v@nestgroup.net::11759a50-5485-4f58-ac09-6b79d4ba9e0d" providerId="AD" clId="Web-{654EFC0C-31E0-4E13-3850-21381BBF1D5A}" dt="2026-06-16T07:58:49.054" v="378"/>
          <ac:graphicFrameMkLst>
            <pc:docMk/>
            <pc:sldMk cId="2287427571" sldId="278"/>
            <ac:graphicFrameMk id="4" creationId="{E6BC0B36-BC1A-FF7D-ABF0-7F2B51E8A558}"/>
          </ac:graphicFrameMkLst>
        </pc:graphicFrameChg>
        <pc:graphicFrameChg chg="add mod modGraphic">
          <ac:chgData name="Sarath V." userId="S::sarath.v@nestgroup.net::11759a50-5485-4f58-ac09-6b79d4ba9e0d" providerId="AD" clId="Web-{654EFC0C-31E0-4E13-3850-21381BBF1D5A}" dt="2026-06-16T07:59:12.024" v="406"/>
          <ac:graphicFrameMkLst>
            <pc:docMk/>
            <pc:sldMk cId="2287427571" sldId="278"/>
            <ac:graphicFrameMk id="5" creationId="{9076D066-F29E-EEDB-5C4F-3FFBFC96E904}"/>
          </ac:graphicFrameMkLst>
        </pc:graphicFrameChg>
        <pc:graphicFrameChg chg="del">
          <ac:chgData name="Sarath V." userId="S::sarath.v@nestgroup.net::11759a50-5485-4f58-ac09-6b79d4ba9e0d" providerId="AD" clId="Web-{654EFC0C-31E0-4E13-3850-21381BBF1D5A}" dt="2026-06-16T07:58:55.851" v="379"/>
          <ac:graphicFrameMkLst>
            <pc:docMk/>
            <pc:sldMk cId="2287427571" sldId="278"/>
            <ac:graphicFrameMk id="12" creationId="{3206874F-446F-265C-D7D0-F9CB10C7CD1F}"/>
          </ac:graphicFrameMkLst>
        </pc:graphicFrameChg>
      </pc:sldChg>
      <pc:sldChg chg="delSp modSp">
        <pc:chgData name="Sarath V." userId="S::sarath.v@nestgroup.net::11759a50-5485-4f58-ac09-6b79d4ba9e0d" providerId="AD" clId="Web-{654EFC0C-31E0-4E13-3850-21381BBF1D5A}" dt="2026-06-16T07:49:31.719" v="259" actId="20577"/>
        <pc:sldMkLst>
          <pc:docMk/>
          <pc:sldMk cId="1304824265" sldId="279"/>
        </pc:sldMkLst>
        <pc:spChg chg="mod">
          <ac:chgData name="Sarath V." userId="S::sarath.v@nestgroup.net::11759a50-5485-4f58-ac09-6b79d4ba9e0d" providerId="AD" clId="Web-{654EFC0C-31E0-4E13-3850-21381BBF1D5A}" dt="2026-06-16T07:48:55.076" v="250" actId="20577"/>
          <ac:spMkLst>
            <pc:docMk/>
            <pc:sldMk cId="1304824265" sldId="279"/>
            <ac:spMk id="2" creationId="{CF66E63B-D8B0-6B05-3A01-4751663D5E2D}"/>
          </ac:spMkLst>
        </pc:spChg>
        <pc:spChg chg="mod">
          <ac:chgData name="Sarath V." userId="S::sarath.v@nestgroup.net::11759a50-5485-4f58-ac09-6b79d4ba9e0d" providerId="AD" clId="Web-{654EFC0C-31E0-4E13-3850-21381BBF1D5A}" dt="2026-06-16T07:49:22.671" v="258" actId="20577"/>
          <ac:spMkLst>
            <pc:docMk/>
            <pc:sldMk cId="1304824265" sldId="279"/>
            <ac:spMk id="3" creationId="{A2F97261-CB02-6226-D839-D586F7023EF2}"/>
          </ac:spMkLst>
        </pc:spChg>
        <pc:spChg chg="mod">
          <ac:chgData name="Sarath V." userId="S::sarath.v@nestgroup.net::11759a50-5485-4f58-ac09-6b79d4ba9e0d" providerId="AD" clId="Web-{654EFC0C-31E0-4E13-3850-21381BBF1D5A}" dt="2026-06-16T07:49:31.719" v="259" actId="20577"/>
          <ac:spMkLst>
            <pc:docMk/>
            <pc:sldMk cId="1304824265" sldId="279"/>
            <ac:spMk id="7" creationId="{B88AC897-B33C-5D57-E836-C448F8EBAE8D}"/>
          </ac:spMkLst>
        </pc:spChg>
        <pc:graphicFrameChg chg="del">
          <ac:chgData name="Sarath V." userId="S::sarath.v@nestgroup.net::11759a50-5485-4f58-ac09-6b79d4ba9e0d" providerId="AD" clId="Web-{654EFC0C-31E0-4E13-3850-21381BBF1D5A}" dt="2026-06-16T07:49:05.452" v="251"/>
          <ac:graphicFrameMkLst>
            <pc:docMk/>
            <pc:sldMk cId="1304824265" sldId="279"/>
            <ac:graphicFrameMk id="5" creationId="{2FF941D6-4633-1F2E-2D35-D15F73E25828}"/>
          </ac:graphicFrameMkLst>
        </pc:graphicFrameChg>
      </pc:sldChg>
      <pc:sldChg chg="addSp modSp">
        <pc:chgData name="Sarath V." userId="S::sarath.v@nestgroup.net::11759a50-5485-4f58-ac09-6b79d4ba9e0d" providerId="AD" clId="Web-{654EFC0C-31E0-4E13-3850-21381BBF1D5A}" dt="2026-06-16T07:51:46.161" v="292" actId="20577"/>
        <pc:sldMkLst>
          <pc:docMk/>
          <pc:sldMk cId="3175291884" sldId="280"/>
        </pc:sldMkLst>
        <pc:spChg chg="mod">
          <ac:chgData name="Sarath V." userId="S::sarath.v@nestgroup.net::11759a50-5485-4f58-ac09-6b79d4ba9e0d" providerId="AD" clId="Web-{654EFC0C-31E0-4E13-3850-21381BBF1D5A}" dt="2026-06-16T07:49:48.188" v="260" actId="20577"/>
          <ac:spMkLst>
            <pc:docMk/>
            <pc:sldMk cId="3175291884" sldId="280"/>
            <ac:spMk id="2" creationId="{2A29385F-81F4-E4A9-73BA-4CF9064FA317}"/>
          </ac:spMkLst>
        </pc:spChg>
        <pc:spChg chg="mod">
          <ac:chgData name="Sarath V." userId="S::sarath.v@nestgroup.net::11759a50-5485-4f58-ac09-6b79d4ba9e0d" providerId="AD" clId="Web-{654EFC0C-31E0-4E13-3850-21381BBF1D5A}" dt="2026-06-16T07:51:46.161" v="292" actId="20577"/>
          <ac:spMkLst>
            <pc:docMk/>
            <pc:sldMk cId="3175291884" sldId="280"/>
            <ac:spMk id="3" creationId="{CC60E748-2326-1C62-F420-FE5C4B942B5D}"/>
          </ac:spMkLst>
        </pc:spChg>
        <pc:graphicFrameChg chg="add mod modGraphic">
          <ac:chgData name="Sarath V." userId="S::sarath.v@nestgroup.net::11759a50-5485-4f58-ac09-6b79d4ba9e0d" providerId="AD" clId="Web-{654EFC0C-31E0-4E13-3850-21381BBF1D5A}" dt="2026-06-16T07:51:38.786" v="289"/>
          <ac:graphicFrameMkLst>
            <pc:docMk/>
            <pc:sldMk cId="3175291884" sldId="280"/>
            <ac:graphicFrameMk id="5" creationId="{DBD78D60-28FE-2209-49A1-B4CE7FC6DF41}"/>
          </ac:graphicFrameMkLst>
        </pc:graphicFrameChg>
      </pc:sldChg>
      <pc:sldChg chg="addSp delSp modSp">
        <pc:chgData name="Sarath V." userId="S::sarath.v@nestgroup.net::11759a50-5485-4f58-ac09-6b79d4ba9e0d" providerId="AD" clId="Web-{654EFC0C-31E0-4E13-3850-21381BBF1D5A}" dt="2026-06-16T07:54:09.902" v="320"/>
        <pc:sldMkLst>
          <pc:docMk/>
          <pc:sldMk cId="59662912" sldId="282"/>
        </pc:sldMkLst>
        <pc:graphicFrameChg chg="del">
          <ac:chgData name="Sarath V." userId="S::sarath.v@nestgroup.net::11759a50-5485-4f58-ac09-6b79d4ba9e0d" providerId="AD" clId="Web-{654EFC0C-31E0-4E13-3850-21381BBF1D5A}" dt="2026-06-16T07:53:57.073" v="317"/>
          <ac:graphicFrameMkLst>
            <pc:docMk/>
            <pc:sldMk cId="59662912" sldId="282"/>
            <ac:graphicFrameMk id="4" creationId="{7E16F7EF-15A6-AB2B-74B8-624C098EE9D5}"/>
          </ac:graphicFrameMkLst>
        </pc:graphicFrameChg>
        <pc:graphicFrameChg chg="add mod modGraphic">
          <ac:chgData name="Sarath V." userId="S::sarath.v@nestgroup.net::11759a50-5485-4f58-ac09-6b79d4ba9e0d" providerId="AD" clId="Web-{654EFC0C-31E0-4E13-3850-21381BBF1D5A}" dt="2026-06-16T07:54:09.902" v="320"/>
          <ac:graphicFrameMkLst>
            <pc:docMk/>
            <pc:sldMk cId="59662912" sldId="282"/>
            <ac:graphicFrameMk id="5" creationId="{E9CCED6B-80E3-F251-DE72-C3955CF856C9}"/>
          </ac:graphicFrameMkLst>
        </pc:graphicFrameChg>
      </pc:sldChg>
      <pc:sldChg chg="addSp delSp modSp">
        <pc:chgData name="Sarath V." userId="S::sarath.v@nestgroup.net::11759a50-5485-4f58-ac09-6b79d4ba9e0d" providerId="AD" clId="Web-{654EFC0C-31E0-4E13-3850-21381BBF1D5A}" dt="2026-06-16T07:58:05.927" v="373"/>
        <pc:sldMkLst>
          <pc:docMk/>
          <pc:sldMk cId="1990540687" sldId="284"/>
        </pc:sldMkLst>
        <pc:spChg chg="mod">
          <ac:chgData name="Sarath V." userId="S::sarath.v@nestgroup.net::11759a50-5485-4f58-ac09-6b79d4ba9e0d" providerId="AD" clId="Web-{654EFC0C-31E0-4E13-3850-21381BBF1D5A}" dt="2026-06-16T07:57:49.833" v="366" actId="20577"/>
          <ac:spMkLst>
            <pc:docMk/>
            <pc:sldMk cId="1990540687" sldId="284"/>
            <ac:spMk id="4" creationId="{E66B9C52-3977-EF8A-0273-A453C2DBDF21}"/>
          </ac:spMkLst>
        </pc:spChg>
        <pc:graphicFrameChg chg="del">
          <ac:chgData name="Sarath V." userId="S::sarath.v@nestgroup.net::11759a50-5485-4f58-ac09-6b79d4ba9e0d" providerId="AD" clId="Web-{654EFC0C-31E0-4E13-3850-21381BBF1D5A}" dt="2026-06-16T07:57:10.268" v="357"/>
          <ac:graphicFrameMkLst>
            <pc:docMk/>
            <pc:sldMk cId="1990540687" sldId="284"/>
            <ac:graphicFrameMk id="5" creationId="{E066241F-3842-B8B1-46C3-EC9060F2E9B9}"/>
          </ac:graphicFrameMkLst>
        </pc:graphicFrameChg>
        <pc:graphicFrameChg chg="add mod modGraphic">
          <ac:chgData name="Sarath V." userId="S::sarath.v@nestgroup.net::11759a50-5485-4f58-ac09-6b79d4ba9e0d" providerId="AD" clId="Web-{654EFC0C-31E0-4E13-3850-21381BBF1D5A}" dt="2026-06-16T07:57:27.863" v="363"/>
          <ac:graphicFrameMkLst>
            <pc:docMk/>
            <pc:sldMk cId="1990540687" sldId="284"/>
            <ac:graphicFrameMk id="6" creationId="{EB42164C-3688-B056-95E6-58E21CD683B9}"/>
          </ac:graphicFrameMkLst>
        </pc:graphicFrameChg>
        <pc:graphicFrameChg chg="del">
          <ac:chgData name="Sarath V." userId="S::sarath.v@nestgroup.net::11759a50-5485-4f58-ac09-6b79d4ba9e0d" providerId="AD" clId="Web-{654EFC0C-31E0-4E13-3850-21381BBF1D5A}" dt="2026-06-16T07:57:41.676" v="364"/>
          <ac:graphicFrameMkLst>
            <pc:docMk/>
            <pc:sldMk cId="1990540687" sldId="284"/>
            <ac:graphicFrameMk id="7" creationId="{A9DBEC5A-76FA-9D12-6204-8CAD30C7EEFA}"/>
          </ac:graphicFrameMkLst>
        </pc:graphicFrameChg>
        <pc:graphicFrameChg chg="add mod modGraphic">
          <ac:chgData name="Sarath V." userId="S::sarath.v@nestgroup.net::11759a50-5485-4f58-ac09-6b79d4ba9e0d" providerId="AD" clId="Web-{654EFC0C-31E0-4E13-3850-21381BBF1D5A}" dt="2026-06-16T07:58:05.927" v="373"/>
          <ac:graphicFrameMkLst>
            <pc:docMk/>
            <pc:sldMk cId="1990540687" sldId="284"/>
            <ac:graphicFrameMk id="9" creationId="{361C9BFF-DFFB-4019-62A9-CC8D0B81F2D7}"/>
          </ac:graphicFrameMkLst>
        </pc:graphicFrameChg>
      </pc:sldChg>
      <pc:sldChg chg="addSp delSp modSp">
        <pc:chgData name="Sarath V." userId="S::sarath.v@nestgroup.net::11759a50-5485-4f58-ac09-6b79d4ba9e0d" providerId="AD" clId="Web-{654EFC0C-31E0-4E13-3850-21381BBF1D5A}" dt="2026-06-16T07:58:25.475" v="377" actId="1076"/>
        <pc:sldMkLst>
          <pc:docMk/>
          <pc:sldMk cId="1298716542" sldId="285"/>
        </pc:sldMkLst>
        <pc:graphicFrameChg chg="add mod modGraphic">
          <ac:chgData name="Sarath V." userId="S::sarath.v@nestgroup.net::11759a50-5485-4f58-ac09-6b79d4ba9e0d" providerId="AD" clId="Web-{654EFC0C-31E0-4E13-3850-21381BBF1D5A}" dt="2026-06-16T07:58:25.475" v="377" actId="1076"/>
          <ac:graphicFrameMkLst>
            <pc:docMk/>
            <pc:sldMk cId="1298716542" sldId="285"/>
            <ac:graphicFrameMk id="5" creationId="{13415784-974F-1255-B17D-6730483CC4C1}"/>
          </ac:graphicFrameMkLst>
        </pc:graphicFrameChg>
        <pc:graphicFrameChg chg="del">
          <ac:chgData name="Sarath V." userId="S::sarath.v@nestgroup.net::11759a50-5485-4f58-ac09-6b79d4ba9e0d" providerId="AD" clId="Web-{654EFC0C-31E0-4E13-3850-21381BBF1D5A}" dt="2026-06-16T07:58:16.162" v="374"/>
          <ac:graphicFrameMkLst>
            <pc:docMk/>
            <pc:sldMk cId="1298716542" sldId="285"/>
            <ac:graphicFrameMk id="6" creationId="{5622A6FA-F56C-82EF-DDD6-72FBB7555D17}"/>
          </ac:graphicFrameMkLst>
        </pc:graphicFrameChg>
      </pc:sldChg>
      <pc:sldChg chg="delSp modSp add replId">
        <pc:chgData name="Sarath V." userId="S::sarath.v@nestgroup.net::11759a50-5485-4f58-ac09-6b79d4ba9e0d" providerId="AD" clId="Web-{654EFC0C-31E0-4E13-3850-21381BBF1D5A}" dt="2026-06-16T07:52:34.351" v="305" actId="20577"/>
        <pc:sldMkLst>
          <pc:docMk/>
          <pc:sldMk cId="326371129" sldId="286"/>
        </pc:sldMkLst>
        <pc:spChg chg="mod">
          <ac:chgData name="Sarath V." userId="S::sarath.v@nestgroup.net::11759a50-5485-4f58-ac09-6b79d4ba9e0d" providerId="AD" clId="Web-{654EFC0C-31E0-4E13-3850-21381BBF1D5A}" dt="2026-06-16T07:52:06.443" v="294" actId="20577"/>
          <ac:spMkLst>
            <pc:docMk/>
            <pc:sldMk cId="326371129" sldId="286"/>
            <ac:spMk id="2" creationId="{FA46B86D-BBC9-5A5F-8059-DB536EDC2B0E}"/>
          </ac:spMkLst>
        </pc:spChg>
        <pc:spChg chg="mod">
          <ac:chgData name="Sarath V." userId="S::sarath.v@nestgroup.net::11759a50-5485-4f58-ac09-6b79d4ba9e0d" providerId="AD" clId="Web-{654EFC0C-31E0-4E13-3850-21381BBF1D5A}" dt="2026-06-16T07:52:34.351" v="305" actId="20577"/>
          <ac:spMkLst>
            <pc:docMk/>
            <pc:sldMk cId="326371129" sldId="286"/>
            <ac:spMk id="3" creationId="{597D3707-E30F-9308-A3BC-A446F231E103}"/>
          </ac:spMkLst>
        </pc:spChg>
        <pc:graphicFrameChg chg="del">
          <ac:chgData name="Sarath V." userId="S::sarath.v@nestgroup.net::11759a50-5485-4f58-ac09-6b79d4ba9e0d" providerId="AD" clId="Web-{654EFC0C-31E0-4E13-3850-21381BBF1D5A}" dt="2026-06-16T07:52:17.881" v="297"/>
          <ac:graphicFrameMkLst>
            <pc:docMk/>
            <pc:sldMk cId="326371129" sldId="286"/>
            <ac:graphicFrameMk id="5" creationId="{C9B326DA-3373-DC3A-CF2C-5D1CEBF8EF59}"/>
          </ac:graphicFrameMkLst>
        </pc:graphicFrameChg>
      </pc:sldChg>
      <pc:sldChg chg="addSp modSp add replId">
        <pc:chgData name="Sarath V." userId="S::sarath.v@nestgroup.net::11759a50-5485-4f58-ac09-6b79d4ba9e0d" providerId="AD" clId="Web-{654EFC0C-31E0-4E13-3850-21381BBF1D5A}" dt="2026-06-16T07:53:29.369" v="315" actId="14100"/>
        <pc:sldMkLst>
          <pc:docMk/>
          <pc:sldMk cId="4176864030" sldId="287"/>
        </pc:sldMkLst>
        <pc:spChg chg="mod">
          <ac:chgData name="Sarath V." userId="S::sarath.v@nestgroup.net::11759a50-5485-4f58-ac09-6b79d4ba9e0d" providerId="AD" clId="Web-{654EFC0C-31E0-4E13-3850-21381BBF1D5A}" dt="2026-06-16T07:52:49.164" v="307" actId="20577"/>
          <ac:spMkLst>
            <pc:docMk/>
            <pc:sldMk cId="4176864030" sldId="287"/>
            <ac:spMk id="2" creationId="{C8B31296-EF33-0E0C-3104-9637FEEED65B}"/>
          </ac:spMkLst>
        </pc:spChg>
        <pc:spChg chg="mod">
          <ac:chgData name="Sarath V." userId="S::sarath.v@nestgroup.net::11759a50-5485-4f58-ac09-6b79d4ba9e0d" providerId="AD" clId="Web-{654EFC0C-31E0-4E13-3850-21381BBF1D5A}" dt="2026-06-16T07:53:12.243" v="312" actId="20577"/>
          <ac:spMkLst>
            <pc:docMk/>
            <pc:sldMk cId="4176864030" sldId="287"/>
            <ac:spMk id="3" creationId="{60215BB5-4EE5-2ADD-A44C-769865BD40E0}"/>
          </ac:spMkLst>
        </pc:spChg>
        <pc:picChg chg="add mod">
          <ac:chgData name="Sarath V." userId="S::sarath.v@nestgroup.net::11759a50-5485-4f58-ac09-6b79d4ba9e0d" providerId="AD" clId="Web-{654EFC0C-31E0-4E13-3850-21381BBF1D5A}" dt="2026-06-16T07:53:29.369" v="315" actId="14100"/>
          <ac:picMkLst>
            <pc:docMk/>
            <pc:sldMk cId="4176864030" sldId="287"/>
            <ac:picMk id="4" creationId="{49FC43BF-BD0D-4831-C5B8-479DB0216A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390-FA87-D40B-BB89-5476484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48B5-8CB3-10CE-6C8F-1767A485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The Execution Layer is responsible for orchestrating automated test execution using Jenkins and Selenium, collecting execution </a:t>
            </a:r>
            <a:r>
              <a:rPr lang="en-US" sz="1800">
                <a:ea typeface="+mn-lt"/>
                <a:cs typeface="+mn-lt"/>
              </a:rPr>
              <a:t>artifacts, and producing standardized execution work products. This acts a bridge between Quality Governance Layer and Failure Analysis Layer</a:t>
            </a:r>
            <a:endParaRPr lang="en-US" sz="36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Responsibilities: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Execution Results</a:t>
            </a:r>
            <a:endParaRPr lang="en-US" sz="3600"/>
          </a:p>
          <a:p>
            <a:r>
              <a:rPr lang="en-US" sz="1800">
                <a:ea typeface="+mn-lt"/>
                <a:cs typeface="+mn-lt"/>
              </a:rPr>
              <a:t>Execution Logs</a:t>
            </a:r>
            <a:endParaRPr lang="en-US" sz="3600"/>
          </a:p>
          <a:p>
            <a:r>
              <a:rPr lang="en-US" sz="1800">
                <a:ea typeface="+mn-lt"/>
                <a:cs typeface="+mn-lt"/>
              </a:rPr>
              <a:t>Execution Artifacts</a:t>
            </a:r>
            <a:endParaRPr lang="en-US" sz="3600"/>
          </a:p>
          <a:p>
            <a:r>
              <a:rPr lang="en-US" sz="1800">
                <a:ea typeface="+mn-lt"/>
                <a:cs typeface="+mn-lt"/>
              </a:rPr>
              <a:t>Execution Metrics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5868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61AB-B809-A70F-C2C2-D5E5404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B232-6C5A-1B23-AA17-4D30A019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Primary Input: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Execution Ready Test Suite</a:t>
            </a:r>
            <a:endParaRPr lang="en-US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Produced by: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Quality Governance Layer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Contains:</a:t>
            </a:r>
            <a:endParaRPr lang="en-US" sz="1800" dirty="0"/>
          </a:p>
          <a:p>
            <a:pPr marL="0" indent="0">
              <a:buNone/>
            </a:pPr>
            <a:r>
              <a:rPr lang="en-US" sz="1800">
                <a:latin typeface="Consolas"/>
              </a:rPr>
              <a:t>  </a:t>
            </a:r>
            <a:r>
              <a:rPr lang="en-US" sz="1800">
                <a:ea typeface="+mn-lt"/>
                <a:cs typeface="+mn-lt"/>
              </a:rPr>
              <a:t>Feature Files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 Step Definitions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 Page Objects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 Utilities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 Execution Configurations</a:t>
            </a:r>
            <a:endParaRPr lang="en-US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 CP5 Report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 CP6 Report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latin typeface="Consolas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28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1E30-58FA-BADE-5B23-055389D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FFA7-2192-9287-425C-5BCE1BCB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/>
              <a:t>Work Product 1</a:t>
            </a:r>
          </a:p>
          <a:p>
            <a:r>
              <a:rPr lang="en-US">
                <a:ea typeface="+mn-lt"/>
                <a:cs typeface="+mn-lt"/>
              </a:rPr>
              <a:t>Execution Report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Work Product 2</a:t>
            </a:r>
          </a:p>
          <a:p>
            <a:r>
              <a:rPr lang="en-US">
                <a:ea typeface="+mn-lt"/>
                <a:cs typeface="+mn-lt"/>
              </a:rPr>
              <a:t>Execution Logs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Work Product 3</a:t>
            </a:r>
          </a:p>
          <a:p>
            <a:r>
              <a:rPr lang="en-US">
                <a:ea typeface="+mn-lt"/>
                <a:cs typeface="+mn-lt"/>
              </a:rPr>
              <a:t>Screenshots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/>
              <a:t>Work Product 4</a:t>
            </a:r>
          </a:p>
          <a:p>
            <a:r>
              <a:rPr lang="en-US">
                <a:ea typeface="+mn-lt"/>
                <a:cs typeface="+mn-lt"/>
              </a:rPr>
              <a:t>Test Evidence Package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Work Product 5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Execution Metrics Report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Final Output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Execution Result Package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7C-7AFA-9570-B067-D276C645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A17B-9764-1CF7-1830-8F1586DBEE65}"/>
              </a:ext>
            </a:extLst>
          </p:cNvPr>
          <p:cNvSpPr/>
          <p:nvPr/>
        </p:nvSpPr>
        <p:spPr>
          <a:xfrm>
            <a:off x="2344389" y="1844326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Execution Ready Suite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C99C8-A486-0439-8F0A-458B6CAC11EB}"/>
              </a:ext>
            </a:extLst>
          </p:cNvPr>
          <p:cNvSpPr/>
          <p:nvPr/>
        </p:nvSpPr>
        <p:spPr>
          <a:xfrm>
            <a:off x="4265046" y="1839106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Jenkins Orchestrator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A3CF-CB53-8DAB-5B8D-C125F44A8F03}"/>
              </a:ext>
            </a:extLst>
          </p:cNvPr>
          <p:cNvSpPr/>
          <p:nvPr/>
        </p:nvSpPr>
        <p:spPr>
          <a:xfrm>
            <a:off x="6451881" y="1839105"/>
            <a:ext cx="1560369" cy="1094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Test Execution Engine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882DD-5574-569C-D91B-7E9C8FA8579A}"/>
              </a:ext>
            </a:extLst>
          </p:cNvPr>
          <p:cNvSpPr/>
          <p:nvPr/>
        </p:nvSpPr>
        <p:spPr>
          <a:xfrm>
            <a:off x="6457102" y="3430954"/>
            <a:ext cx="1555150" cy="1078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Artifact Collection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F2221-6128-67EA-3E30-7E13BBB092D1}"/>
              </a:ext>
            </a:extLst>
          </p:cNvPr>
          <p:cNvSpPr/>
          <p:nvPr/>
        </p:nvSpPr>
        <p:spPr>
          <a:xfrm>
            <a:off x="6446661" y="5007145"/>
            <a:ext cx="1565588" cy="1115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Execution Metrics Engine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99168-7D25-279D-8ADA-E06BFE653BFC}"/>
              </a:ext>
            </a:extLst>
          </p:cNvPr>
          <p:cNvSpPr/>
          <p:nvPr/>
        </p:nvSpPr>
        <p:spPr>
          <a:xfrm>
            <a:off x="2344386" y="4923638"/>
            <a:ext cx="1549931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Failure Analysis Layer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61FFD-8D98-47EB-0F74-E6F510DB1593}"/>
              </a:ext>
            </a:extLst>
          </p:cNvPr>
          <p:cNvSpPr/>
          <p:nvPr/>
        </p:nvSpPr>
        <p:spPr>
          <a:xfrm>
            <a:off x="4265042" y="4928856"/>
            <a:ext cx="1685629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Execution Result Package</a:t>
            </a:r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88F765-FE18-388A-CC22-C00B76A7F65D}"/>
              </a:ext>
            </a:extLst>
          </p:cNvPr>
          <p:cNvSpPr/>
          <p:nvPr/>
        </p:nvSpPr>
        <p:spPr>
          <a:xfrm>
            <a:off x="3880295" y="2136764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9FED06-0611-9B4D-03EE-A6CC7BCCFBC1}"/>
              </a:ext>
            </a:extLst>
          </p:cNvPr>
          <p:cNvSpPr/>
          <p:nvPr/>
        </p:nvSpPr>
        <p:spPr>
          <a:xfrm>
            <a:off x="5947089" y="2141982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3386491-EF98-5308-B55D-974E6E1CFBE7}"/>
              </a:ext>
            </a:extLst>
          </p:cNvPr>
          <p:cNvSpPr/>
          <p:nvPr/>
        </p:nvSpPr>
        <p:spPr>
          <a:xfrm rot="5400000">
            <a:off x="7001362" y="3128405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A78D0E7-6E7C-E398-4D1B-ADFFF5058407}"/>
              </a:ext>
            </a:extLst>
          </p:cNvPr>
          <p:cNvSpPr/>
          <p:nvPr/>
        </p:nvSpPr>
        <p:spPr>
          <a:xfrm rot="10800000">
            <a:off x="5988840" y="5779746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E970E82-0366-7BA0-5B3B-7EB65F3EB529}"/>
              </a:ext>
            </a:extLst>
          </p:cNvPr>
          <p:cNvSpPr/>
          <p:nvPr/>
        </p:nvSpPr>
        <p:spPr>
          <a:xfrm rot="10800000">
            <a:off x="3901168" y="5779743"/>
            <a:ext cx="360122" cy="120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8BBC3BD-2B0C-3054-1A72-F2741BB98F91}"/>
              </a:ext>
            </a:extLst>
          </p:cNvPr>
          <p:cNvSpPr/>
          <p:nvPr/>
        </p:nvSpPr>
        <p:spPr>
          <a:xfrm rot="5400000">
            <a:off x="7001361" y="4668062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F3E9-C6E2-6A8B-A44D-4C5A936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228B-D27A-2C80-036D-611D288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Execute Once, Capture Everything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Every execution should produce sufficient evidence for downstream AI analysis.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Execution layer should never require: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Re-run to collect logs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Re-run to collect screenshots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Re-run to collect evidence</a:t>
            </a:r>
            <a:endParaRPr lang="en-US"/>
          </a:p>
          <a:p>
            <a:pPr>
              <a:buNone/>
            </a:pPr>
            <a:r>
              <a:rPr lang="en-US" sz="2000" dirty="0">
                <a:latin typeface="Consolas"/>
              </a:rPr>
              <a:t>         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endParaRPr lang="en-US" sz="2000" dirty="0">
              <a:latin typeface="Consolas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Everything should be captured during execution.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38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4A3-6076-720F-90C3-862FD1D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B6B5687-E836-374D-6CAB-1DF8DCE0EE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820928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3878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27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 Orchestrator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Trigger and manage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7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Selenium/Cucumber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696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Manage execution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942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Collect execution 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38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 failure screenshots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33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 execution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41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 execution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09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execution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 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execution result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675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7971-1E7C-6131-EB60-1E742F18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Jenkins Orchestrator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CFDA-7EE2-55CD-7FA9-4B90E385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7869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Purpose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Control execution workflow.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Responsibilities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Trigger Build</a:t>
            </a:r>
          </a:p>
          <a:p>
            <a:r>
              <a:rPr lang="en-US">
                <a:ea typeface="+mn-lt"/>
                <a:cs typeface="+mn-lt"/>
              </a:rPr>
              <a:t>Execute Suite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Collect Results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Archive Artifacts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Publish Reports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C6EF92-705F-1882-0520-600749209D98}"/>
              </a:ext>
            </a:extLst>
          </p:cNvPr>
          <p:cNvSpPr txBox="1">
            <a:spLocks/>
          </p:cNvSpPr>
          <p:nvPr/>
        </p:nvSpPr>
        <p:spPr>
          <a:xfrm>
            <a:off x="6540690" y="1824488"/>
            <a:ext cx="506786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Input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Execution Ready Suite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>
                <a:ea typeface="+mn-lt"/>
                <a:cs typeface="+mn-lt"/>
              </a:rPr>
              <a:t>Output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Execution Results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37-DA9E-3EA7-2DE1-5A1C27C7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Execution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6C37-C865-EABC-78A3-C2B816164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6966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Technology</a:t>
            </a:r>
            <a:endParaRPr lang="en-US"/>
          </a:p>
          <a:p>
            <a:r>
              <a:rPr lang="en-US" sz="2400"/>
              <a:t>Selenium</a:t>
            </a:r>
            <a:endParaRPr lang="en-US" sz="2400" dirty="0"/>
          </a:p>
          <a:p>
            <a:r>
              <a:rPr lang="en-US" sz="2400"/>
              <a:t>Cucumber</a:t>
            </a:r>
            <a:endParaRPr lang="en-US" sz="2400" dirty="0"/>
          </a:p>
          <a:p>
            <a:r>
              <a:rPr lang="en-US" sz="2400"/>
              <a:t>Maven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Responsibilit</a:t>
            </a:r>
            <a:r>
              <a:rPr lang="en-US" sz="2400"/>
              <a:t>ies</a:t>
            </a:r>
            <a:endParaRPr lang="en-US" sz="2400" dirty="0"/>
          </a:p>
          <a:p>
            <a:pPr marL="0" indent="0">
              <a:buNone/>
            </a:pPr>
            <a:r>
              <a:rPr lang="en-US" sz="2400"/>
              <a:t>Execute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Smoke Tests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Regression Tests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Security Tests</a:t>
            </a:r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Quality Scenarios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20168E-7B8E-7D86-C234-61063AAF80DC}"/>
              </a:ext>
            </a:extLst>
          </p:cNvPr>
          <p:cNvSpPr txBox="1">
            <a:spLocks/>
          </p:cNvSpPr>
          <p:nvPr/>
        </p:nvSpPr>
        <p:spPr>
          <a:xfrm>
            <a:off x="6580496" y="1824488"/>
            <a:ext cx="477696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400">
                <a:ea typeface="+mn-lt"/>
                <a:cs typeface="+mn-lt"/>
              </a:rPr>
              <a:t>Output</a:t>
            </a: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{</a:t>
            </a:r>
            <a:endParaRPr lang="en-US"/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  "</a:t>
            </a:r>
            <a:r>
              <a:rPr lang="en-US" sz="2400" dirty="0" err="1">
                <a:ea typeface="+mn-lt"/>
                <a:cs typeface="+mn-lt"/>
              </a:rPr>
              <a:t>totalTests</a:t>
            </a:r>
            <a:r>
              <a:rPr lang="en-US" sz="2400" dirty="0">
                <a:ea typeface="+mn-lt"/>
                <a:cs typeface="+mn-lt"/>
              </a:rPr>
              <a:t>": 50,</a:t>
            </a:r>
            <a:endParaRPr lang="en-US" dirty="0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 "passed": 46,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 "failed": 4,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 "skipped": 0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513A-78F2-3744-EB04-AF36D267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90425-7797-EADB-83D3-D68A007D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2103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000">
                <a:ea typeface="+mn-lt"/>
                <a:cs typeface="+mn-lt"/>
              </a:rPr>
              <a:t>Purpose</a:t>
            </a:r>
            <a:endParaRPr lang="en-US" sz="18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Validate execution environment.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latin typeface="Aptos"/>
              </a:rPr>
              <a:t>Checks</a:t>
            </a:r>
            <a:endParaRPr lang="en-US">
              <a:latin typeface="Aptos"/>
            </a:endParaRPr>
          </a:p>
          <a:p>
            <a:r>
              <a:rPr lang="en-US" sz="2000">
                <a:latin typeface="Aptos"/>
              </a:rPr>
              <a:t>Browser</a:t>
            </a:r>
            <a:r>
              <a:rPr lang="en-US" sz="2000">
                <a:ea typeface="+mn-lt"/>
                <a:cs typeface="+mn-lt"/>
              </a:rPr>
              <a:t> Availability</a:t>
            </a:r>
            <a:endParaRPr lang="en-US" dirty="0"/>
          </a:p>
          <a:p>
            <a:r>
              <a:rPr lang="en-US" sz="2000">
                <a:ea typeface="+mn-lt"/>
                <a:cs typeface="+mn-lt"/>
              </a:rPr>
              <a:t>Driver Availability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Application Availability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Test Data Availability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Configuration Availability</a:t>
            </a:r>
            <a:endParaRPr lang="en-US"/>
          </a:p>
          <a:p>
            <a:pPr marL="0" indent="0">
              <a:spcBef>
                <a:spcPct val="0"/>
              </a:spcBef>
              <a:buNone/>
            </a:pPr>
            <a:endParaRPr lang="en-US" sz="2000" dirty="0"/>
          </a:p>
          <a:p>
            <a:pPr>
              <a:buNone/>
            </a:pPr>
            <a:endParaRPr lang="en-US" sz="2000" dirty="0">
              <a:latin typeface="Aptos Display"/>
            </a:endParaRPr>
          </a:p>
          <a:p>
            <a:pPr>
              <a:buNone/>
            </a:pPr>
            <a:endParaRPr lang="en-US" sz="1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74F3D3-BF06-67E3-4AE9-814F94D1AB04}"/>
              </a:ext>
            </a:extLst>
          </p:cNvPr>
          <p:cNvSpPr txBox="1">
            <a:spLocks/>
          </p:cNvSpPr>
          <p:nvPr/>
        </p:nvSpPr>
        <p:spPr>
          <a:xfrm>
            <a:off x="6859137" y="1824488"/>
            <a:ext cx="547210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000">
                <a:ea typeface="+mn-lt"/>
                <a:cs typeface="+mn-lt"/>
              </a:rPr>
              <a:t>Output</a:t>
            </a:r>
            <a:endParaRPr lang="en-US" sz="1800"/>
          </a:p>
          <a:p>
            <a:pPr>
              <a:buNone/>
            </a:pPr>
            <a:r>
              <a:rPr lang="en-US" sz="2000" dirty="0">
                <a:latin typeface="Consolas"/>
                <a:ea typeface="+mn-lt"/>
                <a:cs typeface="+mn-lt"/>
              </a:rPr>
              <a:t>{</a:t>
            </a:r>
            <a:br>
              <a:rPr lang="en-US" sz="2000" dirty="0">
                <a:latin typeface="Consolas"/>
                <a:ea typeface="+mn-lt"/>
                <a:cs typeface="+mn-lt"/>
              </a:rPr>
            </a:br>
            <a:r>
              <a:rPr lang="en-US" sz="2000" dirty="0">
                <a:latin typeface="Consolas"/>
                <a:ea typeface="+mn-lt"/>
                <a:cs typeface="+mn-lt"/>
              </a:rPr>
              <a:t>  "</a:t>
            </a:r>
            <a:r>
              <a:rPr lang="en-US" sz="2000" dirty="0" err="1">
                <a:latin typeface="Consolas"/>
                <a:ea typeface="+mn-lt"/>
                <a:cs typeface="+mn-lt"/>
              </a:rPr>
              <a:t>environmentReady</a:t>
            </a:r>
            <a:r>
              <a:rPr lang="en-US" sz="2000" dirty="0">
                <a:latin typeface="Consolas"/>
                <a:ea typeface="+mn-lt"/>
                <a:cs typeface="+mn-lt"/>
              </a:rPr>
              <a:t>": true</a:t>
            </a:r>
            <a:br>
              <a:rPr lang="en-US" sz="2000" dirty="0">
                <a:latin typeface="Consolas"/>
                <a:ea typeface="+mn-lt"/>
                <a:cs typeface="+mn-lt"/>
              </a:rPr>
            </a:br>
            <a:r>
              <a:rPr lang="en-US" sz="2000" dirty="0">
                <a:latin typeface="Consolas"/>
                <a:ea typeface="+mn-lt"/>
                <a:cs typeface="+mn-lt"/>
              </a:rPr>
              <a:t>}</a:t>
            </a:r>
            <a:endParaRPr lang="en-US" dirty="0">
              <a:latin typeface="Consolas"/>
            </a:endParaRPr>
          </a:p>
          <a:p>
            <a:pPr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433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2F-3992-5C64-68E3-BD7F50F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Artifact Collector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155C-AB87-090C-E8FA-DC66563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Capture execution evidence.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/>
              <a:t>Collect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Execution Reports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Logs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Screenshots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Console Output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JUnit XML</a:t>
            </a:r>
            <a:endParaRPr lang="en-US">
              <a:latin typeface="Aptos" panose="020B0004020202020204"/>
              <a:ea typeface="+mn-lt"/>
              <a:cs typeface="+mn-lt"/>
            </a:endParaRPr>
          </a:p>
          <a:p>
            <a:r>
              <a:rPr lang="en-US">
                <a:latin typeface="Consolas"/>
                <a:ea typeface="+mn-lt"/>
                <a:cs typeface="+mn-lt"/>
              </a:rPr>
              <a:t>Cucumber Reports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>
                <a:latin typeface="Aptos" panose="020B0004020202020204"/>
              </a:rPr>
              <a:t>Output</a:t>
            </a:r>
            <a:endParaRPr lang="en-US" dirty="0">
              <a:latin typeface="Aptos" panose="020B0004020202020204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evidence-package/</a:t>
            </a:r>
            <a:endParaRPr lang="en-US"/>
          </a:p>
          <a:p>
            <a:pPr>
              <a:buNone/>
            </a:pPr>
            <a:endParaRPr lang="en-US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018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329F-D3D3-B9EA-3D7C-5F8259C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Screenshot Collector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D36E-94B4-D357-7314-E945CEA7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Capture screenshots automatically.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Triggers:</a:t>
            </a:r>
            <a:endParaRPr lang="en-US">
              <a:latin typeface="Aptos" panose="020B0004020202020204"/>
            </a:endParaRPr>
          </a:p>
          <a:p>
            <a:r>
              <a:rPr lang="en-US">
                <a:ea typeface="+mn-lt"/>
                <a:cs typeface="+mn-lt"/>
              </a:rPr>
              <a:t>Test Failure</a:t>
            </a:r>
            <a:endParaRPr lang="en-US">
              <a:latin typeface="Aptos"/>
            </a:endParaRPr>
          </a:p>
          <a:p>
            <a:r>
              <a:rPr lang="en-US">
                <a:ea typeface="+mn-lt"/>
                <a:cs typeface="+mn-lt"/>
              </a:rPr>
              <a:t>Assertion Failure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Unexpected Exception</a:t>
            </a:r>
            <a:endParaRPr lang="en-US"/>
          </a:p>
          <a:p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en-US">
                <a:latin typeface="Consolas"/>
              </a:rPr>
              <a:t>Output</a:t>
            </a:r>
            <a:endParaRPr lang="en-US" dirty="0">
              <a:latin typeface="Consolas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screenshots/</a:t>
            </a:r>
            <a:endParaRPr lang="en-US"/>
          </a:p>
          <a:p>
            <a:pPr>
              <a:buNone/>
            </a:pPr>
            <a:endParaRPr lang="en-US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802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B378-76A1-C84A-F168-F549F4B3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E63B-D8B0-6B05-3A01-4751663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Log Collector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7261-CB02-6226-D839-D586F7023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9937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Purpose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Capture execution logs.</a:t>
            </a:r>
          </a:p>
          <a:p>
            <a:pPr>
              <a:buNone/>
            </a:pPr>
            <a:endParaRPr lang="en-US" dirty="0">
              <a:latin typeface="Aptos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Collect: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Framework Logs</a:t>
            </a:r>
            <a:endParaRPr lang="en-US" dirty="0">
              <a:latin typeface="Aptos"/>
            </a:endParaRPr>
          </a:p>
          <a:p>
            <a:r>
              <a:rPr lang="en-US">
                <a:ea typeface="+mn-lt"/>
                <a:cs typeface="+mn-lt"/>
              </a:rPr>
              <a:t>Selenium Logs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Browser Logs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Jenkins Logs</a:t>
            </a:r>
            <a:endParaRPr lang="en-US"/>
          </a:p>
          <a:p>
            <a:pPr>
              <a:buNone/>
            </a:pPr>
            <a:endParaRPr lang="en-US" dirty="0">
              <a:latin typeface="Apto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8AC897-B33C-5D57-E836-C448F8EBAE8D}"/>
              </a:ext>
            </a:extLst>
          </p:cNvPr>
          <p:cNvSpPr txBox="1">
            <a:spLocks/>
          </p:cNvSpPr>
          <p:nvPr/>
        </p:nvSpPr>
        <p:spPr>
          <a:xfrm>
            <a:off x="6455391" y="1824488"/>
            <a:ext cx="489937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/>
              <a:t>Output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execution.log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2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EEEB-E272-63DA-97B6-12C99217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385F-81F4-E4A9-73BA-4CF9064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Execution Metrics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E748-2326-1C62-F420-FE5C4B94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/>
              <a:t>Purpose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Calculate execution KPIs.</a:t>
            </a:r>
          </a:p>
          <a:p>
            <a:pPr>
              <a:buNone/>
            </a:pPr>
            <a:endParaRPr lang="en-US" sz="2000" dirty="0">
              <a:latin typeface="Aptos"/>
              <a:ea typeface="+mn-lt"/>
              <a:cs typeface="+mn-lt"/>
            </a:endParaRPr>
          </a:p>
          <a:p>
            <a:pPr>
              <a:buNone/>
            </a:pPr>
            <a:r>
              <a:rPr lang="en-US" sz="2000"/>
              <a:t>Example</a:t>
            </a:r>
            <a:endParaRPr lang="en-US" sz="2000" dirty="0"/>
          </a:p>
          <a:p>
            <a:pPr>
              <a:buNone/>
            </a:pPr>
            <a:r>
              <a:rPr lang="en-US" sz="2000" dirty="0">
                <a:latin typeface="Consolas"/>
              </a:rPr>
              <a:t>{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</a:t>
            </a:r>
            <a:r>
              <a:rPr lang="en-US" sz="2000" dirty="0" err="1">
                <a:latin typeface="Consolas"/>
              </a:rPr>
              <a:t>passPercentage</a:t>
            </a:r>
            <a:r>
              <a:rPr lang="en-US" sz="2000" dirty="0">
                <a:latin typeface="Consolas"/>
              </a:rPr>
              <a:t>": 92,</a:t>
            </a:r>
            <a:br>
              <a:rPr lang="en-US" sz="2000" dirty="0">
                <a:latin typeface="Consolas"/>
              </a:rPr>
            </a:br>
            <a:r>
              <a:rPr lang="en-US" sz="2000" dirty="0">
                <a:latin typeface="Consolas"/>
              </a:rPr>
              <a:t>  "</a:t>
            </a:r>
            <a:r>
              <a:rPr lang="en-US" sz="2000" dirty="0" err="1">
                <a:latin typeface="Consolas"/>
              </a:rPr>
              <a:t>executionDuration</a:t>
            </a:r>
            <a:r>
              <a:rPr lang="en-US" sz="2000" dirty="0">
                <a:latin typeface="Consolas"/>
              </a:rPr>
              <a:t>": "18 minutes"</a:t>
            </a:r>
            <a:endParaRPr lang="en-US" sz="2000" dirty="0">
              <a:latin typeface="Aptos" panose="020B0004020202020204"/>
            </a:endParaRPr>
          </a:p>
          <a:p>
            <a:pPr>
              <a:buNone/>
            </a:pPr>
            <a:r>
              <a:rPr lang="en-US" sz="2000">
                <a:latin typeface="Consolas"/>
              </a:rPr>
              <a:t>}</a:t>
            </a:r>
            <a:endParaRPr lang="en-US" sz="200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D78D60-28FE-2209-49A1-B4CE7FC6D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34526"/>
              </p:ext>
            </p:extLst>
          </p:nvPr>
        </p:nvGraphicFramePr>
        <p:xfrm>
          <a:off x="6366954" y="1907131"/>
          <a:ext cx="4995333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95333">
                  <a:extLst>
                    <a:ext uri="{9D8B030D-6E8A-4147-A177-3AD203B41FA5}">
                      <a16:colId xmlns:a16="http://schemas.microsoft.com/office/drawing/2014/main" val="2564094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Captured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28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89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2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98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Skipped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71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1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5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13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Test 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178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29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C1B2-513A-EFD2-7C51-0BC1C79C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B86D-BBC9-5A5F-8059-DB536EDC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Execution Report Generator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3707-E30F-9308-A3BC-A446F231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000"/>
              <a:t>Purpose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Generate execution summary.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/>
              <a:t>Output</a:t>
            </a:r>
            <a:endParaRPr lang="en-US" sz="2000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 "</a:t>
            </a:r>
            <a:r>
              <a:rPr lang="en-US" sz="2000" dirty="0" err="1">
                <a:ea typeface="+mn-lt"/>
                <a:cs typeface="+mn-lt"/>
              </a:rPr>
              <a:t>suite":"Regression</a:t>
            </a:r>
            <a:r>
              <a:rPr lang="en-US" sz="2000" dirty="0">
                <a:ea typeface="+mn-lt"/>
                <a:cs typeface="+mn-lt"/>
              </a:rPr>
              <a:t>",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 "</a:t>
            </a:r>
            <a:r>
              <a:rPr lang="en-US" sz="2000" dirty="0" err="1">
                <a:ea typeface="+mn-lt"/>
                <a:cs typeface="+mn-lt"/>
              </a:rPr>
              <a:t>status":"FAILED</a:t>
            </a:r>
            <a:r>
              <a:rPr lang="en-US" sz="2000" dirty="0">
                <a:ea typeface="+mn-lt"/>
                <a:cs typeface="+mn-lt"/>
              </a:rPr>
              <a:t>",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"totalTests":50,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"passed":46,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  "failed":4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37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C29A-0152-23E2-9F74-A4827BB2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1296-EF33-0E0C-3104-9637FEEE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Result Package Builder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5BB5-4EE5-2ADD-A44C-769865BD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/>
              <a:t>Purpose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Bundle all execution outputs.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/>
              <a:t>Package</a:t>
            </a:r>
            <a:endParaRPr lang="en-US" sz="2000" dirty="0"/>
          </a:p>
          <a:p>
            <a:pPr>
              <a:buNone/>
            </a:pPr>
            <a:endParaRPr lang="en-US" sz="2000" dirty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9FC43BF-BD0D-4831-C5B8-479DB021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48" y="3431275"/>
            <a:ext cx="4022373" cy="24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6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B500-D4A3-83B0-566D-E889598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Human-in-the-Loop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6B61-6A33-3E23-B115-51D62A48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Review required when:</a:t>
            </a:r>
            <a:endParaRPr lang="en-US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Environment unavailable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Execution interrupted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Artifact collection failed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Results inconsistent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Evidence missing</a:t>
            </a:r>
            <a:endParaRPr lang="en-US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6909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2749-F3F4-8A47-F240-FD579EBB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Product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CCED6B-80E3-F251-DE72-C3955CF85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38816"/>
              </p:ext>
            </p:extLst>
          </p:nvPr>
        </p:nvGraphicFramePr>
        <p:xfrm>
          <a:off x="839611" y="1824284"/>
          <a:ext cx="9101666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50833">
                  <a:extLst>
                    <a:ext uri="{9D8B030D-6E8A-4147-A177-3AD203B41FA5}">
                      <a16:colId xmlns:a16="http://schemas.microsoft.com/office/drawing/2014/main" val="1738039815"/>
                    </a:ext>
                  </a:extLst>
                </a:gridCol>
                <a:gridCol w="4550833">
                  <a:extLst>
                    <a:ext uri="{9D8B030D-6E8A-4147-A177-3AD203B41FA5}">
                      <a16:colId xmlns:a16="http://schemas.microsoft.com/office/drawing/2014/main" val="22497276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51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69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988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992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9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 Collector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76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Result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81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6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453C-0C62-AD84-9BD5-CC3CD8BD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Next Layer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393D-5873-D1C7-1284-4D196348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 sz="1400"/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   Execution Result Package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Containing: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Execution Report</a:t>
            </a:r>
            <a:endParaRPr lang="en-US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Execution Metrics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Execution Logs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Screenshots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JUnit Results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Cucumber Results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Evidence Package</a:t>
            </a:r>
            <a:endParaRPr lang="en-US"/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Consumed by: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latin typeface="Consolas"/>
              </a:rPr>
              <a:t>  </a:t>
            </a:r>
            <a:r>
              <a:rPr lang="en-US" sz="1400">
                <a:ea typeface="+mn-lt"/>
                <a:cs typeface="+mn-lt"/>
              </a:rPr>
              <a:t>Failure Analysis Layer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1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957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579-6987-ED01-9518-FE1DE21C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728A9-F377-4115-4BE0-F1FFE8BA6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Jenkins </a:t>
            </a:r>
            <a:r>
              <a:rPr lang="en-US" dirty="0" err="1">
                <a:ea typeface="+mn-lt"/>
                <a:cs typeface="+mn-lt"/>
              </a:rPr>
              <a:t>Integratio</a:t>
            </a:r>
            <a:r>
              <a:rPr lang="en-US" dirty="0">
                <a:ea typeface="+mn-lt"/>
                <a:cs typeface="+mn-lt"/>
              </a:rPr>
              <a:t>n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Execution Engine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05AD2D-6FE4-325A-5618-19400C08B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419212"/>
              </p:ext>
            </p:extLst>
          </p:nvPr>
        </p:nvGraphicFramePr>
        <p:xfrm>
          <a:off x="853722" y="2372924"/>
          <a:ext cx="10202334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0778">
                  <a:extLst>
                    <a:ext uri="{9D8B030D-6E8A-4147-A177-3AD203B41FA5}">
                      <a16:colId xmlns:a16="http://schemas.microsoft.com/office/drawing/2014/main" val="4110927306"/>
                    </a:ext>
                  </a:extLst>
                </a:gridCol>
                <a:gridCol w="3400778">
                  <a:extLst>
                    <a:ext uri="{9D8B030D-6E8A-4147-A177-3AD203B41FA5}">
                      <a16:colId xmlns:a16="http://schemas.microsoft.com/office/drawing/2014/main" val="2261816165"/>
                    </a:ext>
                  </a:extLst>
                </a:gridCol>
                <a:gridCol w="3400778">
                  <a:extLst>
                    <a:ext uri="{9D8B030D-6E8A-4147-A177-3AD203B41FA5}">
                      <a16:colId xmlns:a16="http://schemas.microsoft.com/office/drawing/2014/main" val="1001956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710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 Pipeline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Configure execution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79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 Archival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Archive reports and 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Archived artifacts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9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 Publishing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Publish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Published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2957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6EFAD1-8AF0-FB28-8204-0F7EE657D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24031"/>
              </p:ext>
            </p:extLst>
          </p:nvPr>
        </p:nvGraphicFramePr>
        <p:xfrm>
          <a:off x="852985" y="4858376"/>
          <a:ext cx="10292655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30885">
                  <a:extLst>
                    <a:ext uri="{9D8B030D-6E8A-4147-A177-3AD203B41FA5}">
                      <a16:colId xmlns:a16="http://schemas.microsoft.com/office/drawing/2014/main" val="1024504650"/>
                    </a:ext>
                  </a:extLst>
                </a:gridCol>
                <a:gridCol w="3430885">
                  <a:extLst>
                    <a:ext uri="{9D8B030D-6E8A-4147-A177-3AD203B41FA5}">
                      <a16:colId xmlns:a16="http://schemas.microsoft.com/office/drawing/2014/main" val="2573622104"/>
                    </a:ext>
                  </a:extLst>
                </a:gridCol>
                <a:gridCol w="3430885">
                  <a:extLst>
                    <a:ext uri="{9D8B030D-6E8A-4147-A177-3AD203B41FA5}">
                      <a16:colId xmlns:a16="http://schemas.microsoft.com/office/drawing/2014/main" val="903951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25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 execution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Readiness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245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Execution Runner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Execute automation suite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21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 execution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Failure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485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EB4D-ABD8-7492-05F4-B6F6C7D0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8667-9EE3-7F29-0FEE-D909FAC7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B9C52-3977-EF8A-0273-A453C2DBD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Artifact </a:t>
            </a:r>
            <a:r>
              <a:rPr lang="en-US">
                <a:ea typeface="+mn-lt"/>
                <a:cs typeface="+mn-lt"/>
              </a:rPr>
              <a:t>Collection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Reporting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42164C-3688-B056-95E6-58E21CD68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95821"/>
              </p:ext>
            </p:extLst>
          </p:nvPr>
        </p:nvGraphicFramePr>
        <p:xfrm>
          <a:off x="835925" y="2344913"/>
          <a:ext cx="10076559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58853">
                  <a:extLst>
                    <a:ext uri="{9D8B030D-6E8A-4147-A177-3AD203B41FA5}">
                      <a16:colId xmlns:a16="http://schemas.microsoft.com/office/drawing/2014/main" val="53373711"/>
                    </a:ext>
                  </a:extLst>
                </a:gridCol>
                <a:gridCol w="3358853">
                  <a:extLst>
                    <a:ext uri="{9D8B030D-6E8A-4147-A177-3AD203B41FA5}">
                      <a16:colId xmlns:a16="http://schemas.microsoft.com/office/drawing/2014/main" val="1050782234"/>
                    </a:ext>
                  </a:extLst>
                </a:gridCol>
                <a:gridCol w="3358853">
                  <a:extLst>
                    <a:ext uri="{9D8B030D-6E8A-4147-A177-3AD203B41FA5}">
                      <a16:colId xmlns:a16="http://schemas.microsoft.com/office/drawing/2014/main" val="3340857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528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 framework/browser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28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Capture failure screenshots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78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Bundle artifacts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58479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1C9BFF-DFFB-4019-62A9-CC8D0B81F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4150"/>
              </p:ext>
            </p:extLst>
          </p:nvPr>
        </p:nvGraphicFramePr>
        <p:xfrm>
          <a:off x="835925" y="4926614"/>
          <a:ext cx="10178934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92978">
                  <a:extLst>
                    <a:ext uri="{9D8B030D-6E8A-4147-A177-3AD203B41FA5}">
                      <a16:colId xmlns:a16="http://schemas.microsoft.com/office/drawing/2014/main" val="3446805970"/>
                    </a:ext>
                  </a:extLst>
                </a:gridCol>
                <a:gridCol w="3392978">
                  <a:extLst>
                    <a:ext uri="{9D8B030D-6E8A-4147-A177-3AD203B41FA5}">
                      <a16:colId xmlns:a16="http://schemas.microsoft.com/office/drawing/2014/main" val="4255599333"/>
                    </a:ext>
                  </a:extLst>
                </a:gridCol>
                <a:gridCol w="3392978">
                  <a:extLst>
                    <a:ext uri="{9D8B030D-6E8A-4147-A177-3AD203B41FA5}">
                      <a16:colId xmlns:a16="http://schemas.microsoft.com/office/drawing/2014/main" val="2777191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525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KPIs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77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Report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 summary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502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 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outputs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result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038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540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9DCE-D6EE-D4B0-E9F5-D3A1AEF1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F0B8-AB21-EEB7-6C18-4B72D7DF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FC42B-D440-C593-2836-D72F87559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0767F-98CA-94E8-AF86-C6F07DFDF0DE}"/>
              </a:ext>
            </a:extLst>
          </p:cNvPr>
          <p:cNvSpPr txBox="1"/>
          <p:nvPr/>
        </p:nvSpPr>
        <p:spPr>
          <a:xfrm>
            <a:off x="966716" y="1705970"/>
            <a:ext cx="32413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/>
              <a:t>Testing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415784-974F-1255-B17D-6730483CC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281949"/>
              </p:ext>
            </p:extLst>
          </p:nvPr>
        </p:nvGraphicFramePr>
        <p:xfrm>
          <a:off x="966716" y="2413152"/>
          <a:ext cx="1147548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25160">
                  <a:extLst>
                    <a:ext uri="{9D8B030D-6E8A-4147-A177-3AD203B41FA5}">
                      <a16:colId xmlns:a16="http://schemas.microsoft.com/office/drawing/2014/main" val="2375968476"/>
                    </a:ext>
                  </a:extLst>
                </a:gridCol>
                <a:gridCol w="3825160">
                  <a:extLst>
                    <a:ext uri="{9D8B030D-6E8A-4147-A177-3AD203B41FA5}">
                      <a16:colId xmlns:a16="http://schemas.microsoft.com/office/drawing/2014/main" val="3199855884"/>
                    </a:ext>
                  </a:extLst>
                </a:gridCol>
                <a:gridCol w="3825160">
                  <a:extLst>
                    <a:ext uri="{9D8B030D-6E8A-4147-A177-3AD203B41FA5}">
                      <a16:colId xmlns:a16="http://schemas.microsoft.com/office/drawing/2014/main" val="1757265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2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collectors and generators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 execution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171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End-to-End Dry 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Execute complete execution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Demo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02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716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7E40-638D-8FD3-63D1-C1360CCD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10E-8347-9766-1A03-ECBDB61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4078406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1200">
                <a:ea typeface="+mn-lt"/>
                <a:cs typeface="+mn-lt"/>
              </a:rPr>
              <a:t>The Execution Layer is complete when:</a:t>
            </a:r>
          </a:p>
          <a:p>
            <a:pPr>
              <a:buNone/>
            </a:pPr>
            <a:r>
              <a:rPr lang="en-US" sz="1200"/>
              <a:t>Execution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Jenkins can trigger execution successfully. 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Selenium/Cucumber suite executes successfully.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Environment validation completes successfully. </a:t>
            </a:r>
            <a:endParaRPr lang="en-US" sz="1200"/>
          </a:p>
          <a:p>
            <a:pPr>
              <a:buFont typeface="Arial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Evidence Collection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Logs are collected. 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Screenshots are collected.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Reports are collected.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Evidence package is generated. </a:t>
            </a:r>
            <a:endParaRPr lang="en-US" sz="1200"/>
          </a:p>
          <a:p>
            <a:pPr>
              <a:buFont typeface="Arial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Reporting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Execution report generated.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Metrics report generated.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Result package generated.</a:t>
            </a:r>
          </a:p>
          <a:p>
            <a:pPr>
              <a:buNone/>
            </a:pPr>
            <a:endParaRPr lang="en-US" sz="1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3DA672-2893-E8DF-C25E-B3937AB9D36A}"/>
              </a:ext>
            </a:extLst>
          </p:cNvPr>
          <p:cNvSpPr txBox="1">
            <a:spLocks/>
          </p:cNvSpPr>
          <p:nvPr/>
        </p:nvSpPr>
        <p:spPr>
          <a:xfrm>
            <a:off x="6267734" y="1739190"/>
            <a:ext cx="407840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200"/>
              <a:t>Packaging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Execution Result Package created.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Artifacts archived. </a:t>
            </a:r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Outputs consumable by Failure Analysis Layer. </a:t>
            </a:r>
            <a:endParaRPr lang="en-US" sz="1200"/>
          </a:p>
          <a:p>
            <a:pPr>
              <a:buFont typeface="Arial"/>
              <a:buChar char="•"/>
            </a:pPr>
            <a:endParaRPr lang="en-US" sz="1200" dirty="0"/>
          </a:p>
          <a:p>
            <a:pPr marL="0" indent="0">
              <a:buNone/>
            </a:pPr>
            <a:r>
              <a:rPr lang="en-US" sz="1200"/>
              <a:t>Final Acceptance</a:t>
            </a:r>
            <a:endParaRPr lang="en-US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Execution completed successfully. 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Evidence collected successfully. 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Reports generated successfully. </a:t>
            </a:r>
            <a:endParaRPr lang="en-US" sz="1200"/>
          </a:p>
          <a:p>
            <a:pPr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Execution Result Package handed over to CP7 Failure Analysis Layer.</a:t>
            </a:r>
            <a:endParaRPr lang="en-US" sz="1200"/>
          </a:p>
          <a:p>
            <a:pPr>
              <a:buFont typeface="Arial" panose="020B0604020202020204" pitchFamily="34" charset="0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15288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2F7D-469F-0177-8E1D-9CBC934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76D066-F29E-EEDB-5C4F-3FFBFC96E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808470"/>
              </p:ext>
            </p:extLst>
          </p:nvPr>
        </p:nvGraphicFramePr>
        <p:xfrm>
          <a:off x="839611" y="1691358"/>
          <a:ext cx="10540998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70499">
                  <a:extLst>
                    <a:ext uri="{9D8B030D-6E8A-4147-A177-3AD203B41FA5}">
                      <a16:colId xmlns:a16="http://schemas.microsoft.com/office/drawing/2014/main" val="3055950832"/>
                    </a:ext>
                  </a:extLst>
                </a:gridCol>
                <a:gridCol w="5270499">
                  <a:extLst>
                    <a:ext uri="{9D8B030D-6E8A-4147-A177-3AD203B41FA5}">
                      <a16:colId xmlns:a16="http://schemas.microsoft.com/office/drawing/2014/main" val="3125815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323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07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Execution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494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Environment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87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41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Screenshot &amp; Log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9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Metrics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204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9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Outputs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24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Total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/>
                        <a:t>15 PD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350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4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Purpose</vt:lpstr>
      <vt:lpstr>Inputs</vt:lpstr>
      <vt:lpstr>Outputs</vt:lpstr>
      <vt:lpstr>High Level Flow</vt:lpstr>
      <vt:lpstr>Key Design Principle</vt:lpstr>
      <vt:lpstr>Components</vt:lpstr>
      <vt:lpstr>Jenkins Orchestrator</vt:lpstr>
      <vt:lpstr>Execution Engine</vt:lpstr>
      <vt:lpstr>Environment Manager</vt:lpstr>
      <vt:lpstr>Artifact Collector</vt:lpstr>
      <vt:lpstr>Screenshot Collector</vt:lpstr>
      <vt:lpstr>Log Collector</vt:lpstr>
      <vt:lpstr>Execution Metrics Engine</vt:lpstr>
      <vt:lpstr>Execution Report Generator</vt:lpstr>
      <vt:lpstr>Result Package Builder</vt:lpstr>
      <vt:lpstr>Human-in-the-Loop Conditions</vt:lpstr>
      <vt:lpstr>Work Product</vt:lpstr>
      <vt:lpstr>Integration with Next Layer</vt:lpstr>
      <vt:lpstr>Implementation Task Breakdown</vt:lpstr>
      <vt:lpstr>Implementation Task Breakdown</vt:lpstr>
      <vt:lpstr>Implementation Task Breakdown</vt:lpstr>
      <vt:lpstr>Definition of Done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814</cp:revision>
  <dcterms:created xsi:type="dcterms:W3CDTF">2026-06-15T10:11:16Z</dcterms:created>
  <dcterms:modified xsi:type="dcterms:W3CDTF">2026-06-16T08:00:49Z</dcterms:modified>
</cp:coreProperties>
</file>