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9" r:id="rId13"/>
    <p:sldId id="280" r:id="rId14"/>
    <p:sldId id="281" r:id="rId15"/>
    <p:sldId id="268" r:id="rId16"/>
    <p:sldId id="269" r:id="rId17"/>
    <p:sldId id="270" r:id="rId18"/>
    <p:sldId id="271" r:id="rId19"/>
    <p:sldId id="272" r:id="rId20"/>
    <p:sldId id="282" r:id="rId21"/>
    <p:sldId id="275" r:id="rId22"/>
    <p:sldId id="284" r:id="rId23"/>
    <p:sldId id="276" r:id="rId24"/>
    <p:sldId id="277" r:id="rId25"/>
    <p:sldId id="283" r:id="rId26"/>
    <p:sldId id="278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DDD5BB-3702-705F-00FE-EB82224E2CBD}" v="521" dt="2026-06-15T11:05:20.439"/>
    <p1510:client id="{6B24E2F4-B2DA-36C3-1AEA-8C5007D46469}" v="477" dt="2026-06-15T16:47:01.232"/>
    <p1510:client id="{CE08FBFC-257D-8867-7FB5-46FAAF0FE86F}" v="636" dt="2026-06-15T11:16:39.331"/>
    <p1510:client id="{E6DE46B0-39C9-479E-FEB7-AB4BD6A69DF4}" v="1" dt="2026-06-15T14:18:27.7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th V." userId="S::sarath.v@nestgroup.net::11759a50-5485-4f58-ac09-6b79d4ba9e0d" providerId="AD" clId="Web-{6B24E2F4-B2DA-36C3-1AEA-8C5007D46469}"/>
    <pc:docChg chg="addSld delSld modSld">
      <pc:chgData name="Sarath V." userId="S::sarath.v@nestgroup.net::11759a50-5485-4f58-ac09-6b79d4ba9e0d" providerId="AD" clId="Web-{6B24E2F4-B2DA-36C3-1AEA-8C5007D46469}" dt="2026-06-15T16:47:01.232" v="497"/>
      <pc:docMkLst>
        <pc:docMk/>
      </pc:docMkLst>
      <pc:sldChg chg="modSp">
        <pc:chgData name="Sarath V." userId="S::sarath.v@nestgroup.net::11759a50-5485-4f58-ac09-6b79d4ba9e0d" providerId="AD" clId="Web-{6B24E2F4-B2DA-36C3-1AEA-8C5007D46469}" dt="2026-06-15T14:32:12.268" v="9" actId="20577"/>
        <pc:sldMkLst>
          <pc:docMk/>
          <pc:sldMk cId="2586860553" sldId="257"/>
        </pc:sldMkLst>
        <pc:spChg chg="mod">
          <ac:chgData name="Sarath V." userId="S::sarath.v@nestgroup.net::11759a50-5485-4f58-ac09-6b79d4ba9e0d" providerId="AD" clId="Web-{6B24E2F4-B2DA-36C3-1AEA-8C5007D46469}" dt="2026-06-15T14:32:12.268" v="9" actId="20577"/>
          <ac:spMkLst>
            <pc:docMk/>
            <pc:sldMk cId="2586860553" sldId="257"/>
            <ac:spMk id="3" creationId="{211748B5-8CB3-10CE-6C8F-1767A485FEF0}"/>
          </ac:spMkLst>
        </pc:spChg>
      </pc:sldChg>
      <pc:sldChg chg="modSp">
        <pc:chgData name="Sarath V." userId="S::sarath.v@nestgroup.net::11759a50-5485-4f58-ac09-6b79d4ba9e0d" providerId="AD" clId="Web-{6B24E2F4-B2DA-36C3-1AEA-8C5007D46469}" dt="2026-06-15T14:32:54.331" v="15" actId="20577"/>
        <pc:sldMkLst>
          <pc:docMk/>
          <pc:sldMk cId="1322801298" sldId="258"/>
        </pc:sldMkLst>
        <pc:spChg chg="mod">
          <ac:chgData name="Sarath V." userId="S::sarath.v@nestgroup.net::11759a50-5485-4f58-ac09-6b79d4ba9e0d" providerId="AD" clId="Web-{6B24E2F4-B2DA-36C3-1AEA-8C5007D46469}" dt="2026-06-15T14:32:54.331" v="15" actId="20577"/>
          <ac:spMkLst>
            <pc:docMk/>
            <pc:sldMk cId="1322801298" sldId="258"/>
            <ac:spMk id="3" creationId="{6E50B232-6C5A-1B23-AA17-4D30A01914E8}"/>
          </ac:spMkLst>
        </pc:spChg>
      </pc:sldChg>
      <pc:sldChg chg="modSp">
        <pc:chgData name="Sarath V." userId="S::sarath.v@nestgroup.net::11759a50-5485-4f58-ac09-6b79d4ba9e0d" providerId="AD" clId="Web-{6B24E2F4-B2DA-36C3-1AEA-8C5007D46469}" dt="2026-06-15T14:34:45.285" v="67" actId="20577"/>
        <pc:sldMkLst>
          <pc:docMk/>
          <pc:sldMk cId="2899444663" sldId="259"/>
        </pc:sldMkLst>
        <pc:spChg chg="mod">
          <ac:chgData name="Sarath V." userId="S::sarath.v@nestgroup.net::11759a50-5485-4f58-ac09-6b79d4ba9e0d" providerId="AD" clId="Web-{6B24E2F4-B2DA-36C3-1AEA-8C5007D46469}" dt="2026-06-15T14:34:45.285" v="67" actId="20577"/>
          <ac:spMkLst>
            <pc:docMk/>
            <pc:sldMk cId="2899444663" sldId="259"/>
            <ac:spMk id="3" creationId="{ABBBFFA7-2192-9287-425C-5BCE1BCB7682}"/>
          </ac:spMkLst>
        </pc:spChg>
      </pc:sldChg>
      <pc:sldChg chg="delSp modSp">
        <pc:chgData name="Sarath V." userId="S::sarath.v@nestgroup.net::11759a50-5485-4f58-ac09-6b79d4ba9e0d" providerId="AD" clId="Web-{6B24E2F4-B2DA-36C3-1AEA-8C5007D46469}" dt="2026-06-15T14:42:21.742" v="117" actId="14100"/>
        <pc:sldMkLst>
          <pc:docMk/>
          <pc:sldMk cId="2592136649" sldId="260"/>
        </pc:sldMkLst>
        <pc:spChg chg="mod">
          <ac:chgData name="Sarath V." userId="S::sarath.v@nestgroup.net::11759a50-5485-4f58-ac09-6b79d4ba9e0d" providerId="AD" clId="Web-{6B24E2F4-B2DA-36C3-1AEA-8C5007D46469}" dt="2026-06-15T14:37:36.114" v="91" actId="14100"/>
          <ac:spMkLst>
            <pc:docMk/>
            <pc:sldMk cId="2592136649" sldId="260"/>
            <ac:spMk id="4" creationId="{8D6CA17B-9764-1CF7-1830-8F1586DBEE65}"/>
          </ac:spMkLst>
        </pc:spChg>
        <pc:spChg chg="mod">
          <ac:chgData name="Sarath V." userId="S::sarath.v@nestgroup.net::11759a50-5485-4f58-ac09-6b79d4ba9e0d" providerId="AD" clId="Web-{6B24E2F4-B2DA-36C3-1AEA-8C5007D46469}" dt="2026-06-15T14:36:49.067" v="82" actId="14100"/>
          <ac:spMkLst>
            <pc:docMk/>
            <pc:sldMk cId="2592136649" sldId="260"/>
            <ac:spMk id="5" creationId="{507C99C8-A486-0439-8F0A-458B6CAC11EB}"/>
          </ac:spMkLst>
        </pc:spChg>
        <pc:spChg chg="mod">
          <ac:chgData name="Sarath V." userId="S::sarath.v@nestgroup.net::11759a50-5485-4f58-ac09-6b79d4ba9e0d" providerId="AD" clId="Web-{6B24E2F4-B2DA-36C3-1AEA-8C5007D46469}" dt="2026-06-15T14:38:23.787" v="98" actId="1076"/>
          <ac:spMkLst>
            <pc:docMk/>
            <pc:sldMk cId="2592136649" sldId="260"/>
            <ac:spMk id="6" creationId="{6B67A3CF-CB53-8DAB-5B8D-C125F44A8F03}"/>
          </ac:spMkLst>
        </pc:spChg>
        <pc:spChg chg="mod">
          <ac:chgData name="Sarath V." userId="S::sarath.v@nestgroup.net::11759a50-5485-4f58-ac09-6b79d4ba9e0d" providerId="AD" clId="Web-{6B24E2F4-B2DA-36C3-1AEA-8C5007D46469}" dt="2026-06-15T14:38:37.834" v="105" actId="1076"/>
          <ac:spMkLst>
            <pc:docMk/>
            <pc:sldMk cId="2592136649" sldId="260"/>
            <ac:spMk id="7" creationId="{0D1882DD-5574-569C-D91B-7E9C8FA8579A}"/>
          </ac:spMkLst>
        </pc:spChg>
        <pc:spChg chg="mod">
          <ac:chgData name="Sarath V." userId="S::sarath.v@nestgroup.net::11759a50-5485-4f58-ac09-6b79d4ba9e0d" providerId="AD" clId="Web-{6B24E2F4-B2DA-36C3-1AEA-8C5007D46469}" dt="2026-06-15T14:38:49.599" v="109" actId="14100"/>
          <ac:spMkLst>
            <pc:docMk/>
            <pc:sldMk cId="2592136649" sldId="260"/>
            <ac:spMk id="8" creationId="{057F2221-6128-67EA-3E30-7E13BBB092D1}"/>
          </ac:spMkLst>
        </pc:spChg>
        <pc:spChg chg="del">
          <ac:chgData name="Sarath V." userId="S::sarath.v@nestgroup.net::11759a50-5485-4f58-ac09-6b79d4ba9e0d" providerId="AD" clId="Web-{6B24E2F4-B2DA-36C3-1AEA-8C5007D46469}" dt="2026-06-15T14:36:29.801" v="77"/>
          <ac:spMkLst>
            <pc:docMk/>
            <pc:sldMk cId="2592136649" sldId="260"/>
            <ac:spMk id="9" creationId="{0DCF16AC-6137-213F-9ADB-5EF1FF436FE7}"/>
          </ac:spMkLst>
        </pc:spChg>
        <pc:spChg chg="del mod">
          <ac:chgData name="Sarath V." userId="S::sarath.v@nestgroup.net::11759a50-5485-4f58-ac09-6b79d4ba9e0d" providerId="AD" clId="Web-{6B24E2F4-B2DA-36C3-1AEA-8C5007D46469}" dt="2026-06-15T14:36:36.364" v="80"/>
          <ac:spMkLst>
            <pc:docMk/>
            <pc:sldMk cId="2592136649" sldId="260"/>
            <ac:spMk id="10" creationId="{8288F840-F863-6F2F-D127-F1354200AB20}"/>
          </ac:spMkLst>
        </pc:spChg>
        <pc:spChg chg="mod">
          <ac:chgData name="Sarath V." userId="S::sarath.v@nestgroup.net::11759a50-5485-4f58-ac09-6b79d4ba9e0d" providerId="AD" clId="Web-{6B24E2F4-B2DA-36C3-1AEA-8C5007D46469}" dt="2026-06-15T14:42:21.742" v="117" actId="14100"/>
          <ac:spMkLst>
            <pc:docMk/>
            <pc:sldMk cId="2592136649" sldId="260"/>
            <ac:spMk id="11" creationId="{EA76957D-B7AD-4196-3B75-644F1387EB3B}"/>
          </ac:spMkLst>
        </pc:spChg>
        <pc:spChg chg="mod">
          <ac:chgData name="Sarath V." userId="S::sarath.v@nestgroup.net::11759a50-5485-4f58-ac09-6b79d4ba9e0d" providerId="AD" clId="Web-{6B24E2F4-B2DA-36C3-1AEA-8C5007D46469}" dt="2026-06-15T14:42:03.148" v="115" actId="14100"/>
          <ac:spMkLst>
            <pc:docMk/>
            <pc:sldMk cId="2592136649" sldId="260"/>
            <ac:spMk id="12" creationId="{5B199168-7D25-279D-8ADA-E06BFE653BFC}"/>
          </ac:spMkLst>
        </pc:spChg>
        <pc:spChg chg="mod">
          <ac:chgData name="Sarath V." userId="S::sarath.v@nestgroup.net::11759a50-5485-4f58-ac09-6b79d4ba9e0d" providerId="AD" clId="Web-{6B24E2F4-B2DA-36C3-1AEA-8C5007D46469}" dt="2026-06-15T14:39:03.006" v="112" actId="14100"/>
          <ac:spMkLst>
            <pc:docMk/>
            <pc:sldMk cId="2592136649" sldId="260"/>
            <ac:spMk id="13" creationId="{95361FFD-8D98-47EB-0F74-E6F510DB1593}"/>
          </ac:spMkLst>
        </pc:spChg>
        <pc:spChg chg="del">
          <ac:chgData name="Sarath V." userId="S::sarath.v@nestgroup.net::11759a50-5485-4f58-ac09-6b79d4ba9e0d" providerId="AD" clId="Web-{6B24E2F4-B2DA-36C3-1AEA-8C5007D46469}" dt="2026-06-15T14:36:33.083" v="78"/>
          <ac:spMkLst>
            <pc:docMk/>
            <pc:sldMk cId="2592136649" sldId="260"/>
            <ac:spMk id="15" creationId="{E4635681-1E92-9ECC-6A82-519FD236BD2E}"/>
          </ac:spMkLst>
        </pc:spChg>
        <pc:spChg chg="mod">
          <ac:chgData name="Sarath V." userId="S::sarath.v@nestgroup.net::11759a50-5485-4f58-ac09-6b79d4ba9e0d" providerId="AD" clId="Web-{6B24E2F4-B2DA-36C3-1AEA-8C5007D46469}" dt="2026-06-15T14:38:23.802" v="100" actId="1076"/>
          <ac:spMkLst>
            <pc:docMk/>
            <pc:sldMk cId="2592136649" sldId="260"/>
            <ac:spMk id="16" creationId="{689FED06-0611-9B4D-03EE-A6CC7BCCFBC1}"/>
          </ac:spMkLst>
        </pc:spChg>
        <pc:spChg chg="del">
          <ac:chgData name="Sarath V." userId="S::sarath.v@nestgroup.net::11759a50-5485-4f58-ac09-6b79d4ba9e0d" providerId="AD" clId="Web-{6B24E2F4-B2DA-36C3-1AEA-8C5007D46469}" dt="2026-06-15T14:36:37.911" v="81"/>
          <ac:spMkLst>
            <pc:docMk/>
            <pc:sldMk cId="2592136649" sldId="260"/>
            <ac:spMk id="17" creationId="{B5102243-E445-E589-C1D1-EE2C6ED6068A}"/>
          </ac:spMkLst>
        </pc:spChg>
        <pc:spChg chg="mod">
          <ac:chgData name="Sarath V." userId="S::sarath.v@nestgroup.net::11759a50-5485-4f58-ac09-6b79d4ba9e0d" providerId="AD" clId="Web-{6B24E2F4-B2DA-36C3-1AEA-8C5007D46469}" dt="2026-06-15T14:38:37.849" v="106" actId="1076"/>
          <ac:spMkLst>
            <pc:docMk/>
            <pc:sldMk cId="2592136649" sldId="260"/>
            <ac:spMk id="18" creationId="{23386491-EF98-5308-B55D-974E6E1CFBE7}"/>
          </ac:spMkLst>
        </pc:spChg>
        <pc:spChg chg="mod">
          <ac:chgData name="Sarath V." userId="S::sarath.v@nestgroup.net::11759a50-5485-4f58-ac09-6b79d4ba9e0d" providerId="AD" clId="Web-{6B24E2F4-B2DA-36C3-1AEA-8C5007D46469}" dt="2026-06-15T14:42:12.039" v="116" actId="1076"/>
          <ac:spMkLst>
            <pc:docMk/>
            <pc:sldMk cId="2592136649" sldId="260"/>
            <ac:spMk id="19" creationId="{D7E3F246-6186-3106-27BC-74E0B8417360}"/>
          </ac:spMkLst>
        </pc:spChg>
        <pc:spChg chg="mod">
          <ac:chgData name="Sarath V." userId="S::sarath.v@nestgroup.net::11759a50-5485-4f58-ac09-6b79d4ba9e0d" providerId="AD" clId="Web-{6B24E2F4-B2DA-36C3-1AEA-8C5007D46469}" dt="2026-06-15T14:38:52.818" v="110" actId="1076"/>
          <ac:spMkLst>
            <pc:docMk/>
            <pc:sldMk cId="2592136649" sldId="260"/>
            <ac:spMk id="20" creationId="{BA78D0E7-6E7C-E398-4D1B-ADFFF5058407}"/>
          </ac:spMkLst>
        </pc:spChg>
        <pc:spChg chg="mod">
          <ac:chgData name="Sarath V." userId="S::sarath.v@nestgroup.net::11759a50-5485-4f58-ac09-6b79d4ba9e0d" providerId="AD" clId="Web-{6B24E2F4-B2DA-36C3-1AEA-8C5007D46469}" dt="2026-06-15T14:41:45.945" v="113" actId="1076"/>
          <ac:spMkLst>
            <pc:docMk/>
            <pc:sldMk cId="2592136649" sldId="260"/>
            <ac:spMk id="21" creationId="{CE970E82-0366-7BA0-5B3B-7EB65F3EB529}"/>
          </ac:spMkLst>
        </pc:spChg>
        <pc:spChg chg="mod">
          <ac:chgData name="Sarath V." userId="S::sarath.v@nestgroup.net::11759a50-5485-4f58-ac09-6b79d4ba9e0d" providerId="AD" clId="Web-{6B24E2F4-B2DA-36C3-1AEA-8C5007D46469}" dt="2026-06-15T14:38:42.115" v="107" actId="1076"/>
          <ac:spMkLst>
            <pc:docMk/>
            <pc:sldMk cId="2592136649" sldId="260"/>
            <ac:spMk id="25" creationId="{5A18A432-7DD3-1E3E-BB02-91358F17E018}"/>
          </ac:spMkLst>
        </pc:spChg>
      </pc:sldChg>
      <pc:sldChg chg="addSp modSp">
        <pc:chgData name="Sarath V." userId="S::sarath.v@nestgroup.net::11759a50-5485-4f58-ac09-6b79d4ba9e0d" providerId="AD" clId="Web-{6B24E2F4-B2DA-36C3-1AEA-8C5007D46469}" dt="2026-06-15T15:43:44.854" v="146" actId="20577"/>
        <pc:sldMkLst>
          <pc:docMk/>
          <pc:sldMk cId="2483865992" sldId="261"/>
        </pc:sldMkLst>
        <pc:spChg chg="mod">
          <ac:chgData name="Sarath V." userId="S::sarath.v@nestgroup.net::11759a50-5485-4f58-ac09-6b79d4ba9e0d" providerId="AD" clId="Web-{6B24E2F4-B2DA-36C3-1AEA-8C5007D46469}" dt="2026-06-15T15:43:44.854" v="146" actId="20577"/>
          <ac:spMkLst>
            <pc:docMk/>
            <pc:sldMk cId="2483865992" sldId="261"/>
            <ac:spMk id="3" creationId="{9BAE228B-D27A-2C80-036D-611D2886614D}"/>
          </ac:spMkLst>
        </pc:spChg>
        <pc:spChg chg="mod">
          <ac:chgData name="Sarath V." userId="S::sarath.v@nestgroup.net::11759a50-5485-4f58-ac09-6b79d4ba9e0d" providerId="AD" clId="Web-{6B24E2F4-B2DA-36C3-1AEA-8C5007D46469}" dt="2026-06-15T14:43:24.617" v="132" actId="14100"/>
          <ac:spMkLst>
            <pc:docMk/>
            <pc:sldMk cId="2483865992" sldId="261"/>
            <ac:spMk id="4" creationId="{76F235D4-6503-CBCE-86D1-4D3F05A8A34B}"/>
          </ac:spMkLst>
        </pc:spChg>
        <pc:spChg chg="mod">
          <ac:chgData name="Sarath V." userId="S::sarath.v@nestgroup.net::11759a50-5485-4f58-ac09-6b79d4ba9e0d" providerId="AD" clId="Web-{6B24E2F4-B2DA-36C3-1AEA-8C5007D46469}" dt="2026-06-15T15:42:44.603" v="136" actId="14100"/>
          <ac:spMkLst>
            <pc:docMk/>
            <pc:sldMk cId="2483865992" sldId="261"/>
            <ac:spMk id="5" creationId="{908E0DC2-80D8-CC29-2EE5-05175083085D}"/>
          </ac:spMkLst>
        </pc:spChg>
        <pc:spChg chg="add mod">
          <ac:chgData name="Sarath V." userId="S::sarath.v@nestgroup.net::11759a50-5485-4f58-ac09-6b79d4ba9e0d" providerId="AD" clId="Web-{6B24E2F4-B2DA-36C3-1AEA-8C5007D46469}" dt="2026-06-15T15:43:31.182" v="145" actId="14100"/>
          <ac:spMkLst>
            <pc:docMk/>
            <pc:sldMk cId="2483865992" sldId="261"/>
            <ac:spMk id="7" creationId="{84343089-D45D-6672-19A6-D969318CE285}"/>
          </ac:spMkLst>
        </pc:spChg>
        <pc:cxnChg chg="mod">
          <ac:chgData name="Sarath V." userId="S::sarath.v@nestgroup.net::11759a50-5485-4f58-ac09-6b79d4ba9e0d" providerId="AD" clId="Web-{6B24E2F4-B2DA-36C3-1AEA-8C5007D46469}" dt="2026-06-15T15:42:50.166" v="137" actId="14100"/>
          <ac:cxnSpMkLst>
            <pc:docMk/>
            <pc:sldMk cId="2483865992" sldId="261"/>
            <ac:cxnSpMk id="6" creationId="{3BD6987F-A384-3F1B-FD12-C2697F447C05}"/>
          </ac:cxnSpMkLst>
        </pc:cxnChg>
        <pc:cxnChg chg="add mod">
          <ac:chgData name="Sarath V." userId="S::sarath.v@nestgroup.net::11759a50-5485-4f58-ac09-6b79d4ba9e0d" providerId="AD" clId="Web-{6B24E2F4-B2DA-36C3-1AEA-8C5007D46469}" dt="2026-06-15T15:43:18.650" v="143" actId="1076"/>
          <ac:cxnSpMkLst>
            <pc:docMk/>
            <pc:sldMk cId="2483865992" sldId="261"/>
            <ac:cxnSpMk id="8" creationId="{956C3A56-6FF7-E76C-6605-7BA70C39E367}"/>
          </ac:cxnSpMkLst>
        </pc:cxnChg>
      </pc:sldChg>
      <pc:sldChg chg="addSp delSp modSp">
        <pc:chgData name="Sarath V." userId="S::sarath.v@nestgroup.net::11759a50-5485-4f58-ac09-6b79d4ba9e0d" providerId="AD" clId="Web-{6B24E2F4-B2DA-36C3-1AEA-8C5007D46469}" dt="2026-06-15T15:44:20.167" v="152"/>
        <pc:sldMkLst>
          <pc:docMk/>
          <pc:sldMk cId="1095280568" sldId="262"/>
        </pc:sldMkLst>
        <pc:spChg chg="add del mod">
          <ac:chgData name="Sarath V." userId="S::sarath.v@nestgroup.net::11759a50-5485-4f58-ac09-6b79d4ba9e0d" providerId="AD" clId="Web-{6B24E2F4-B2DA-36C3-1AEA-8C5007D46469}" dt="2026-06-15T15:43:57.854" v="148"/>
          <ac:spMkLst>
            <pc:docMk/>
            <pc:sldMk cId="1095280568" sldId="262"/>
            <ac:spMk id="4" creationId="{840576AA-7C57-BAD3-6878-C5A510193DAC}"/>
          </ac:spMkLst>
        </pc:spChg>
        <pc:graphicFrameChg chg="del">
          <ac:chgData name="Sarath V." userId="S::sarath.v@nestgroup.net::11759a50-5485-4f58-ac09-6b79d4ba9e0d" providerId="AD" clId="Web-{6B24E2F4-B2DA-36C3-1AEA-8C5007D46469}" dt="2026-06-15T15:43:56.667" v="147"/>
          <ac:graphicFrameMkLst>
            <pc:docMk/>
            <pc:sldMk cId="1095280568" sldId="262"/>
            <ac:graphicFrameMk id="5" creationId="{86CFD71C-A3CD-0D12-0BBC-2E626B6A01E0}"/>
          </ac:graphicFrameMkLst>
        </pc:graphicFrameChg>
        <pc:graphicFrameChg chg="add mod ord modGraphic">
          <ac:chgData name="Sarath V." userId="S::sarath.v@nestgroup.net::11759a50-5485-4f58-ac09-6b79d4ba9e0d" providerId="AD" clId="Web-{6B24E2F4-B2DA-36C3-1AEA-8C5007D46469}" dt="2026-06-15T15:44:20.167" v="152"/>
          <ac:graphicFrameMkLst>
            <pc:docMk/>
            <pc:sldMk cId="1095280568" sldId="262"/>
            <ac:graphicFrameMk id="7" creationId="{274C15FA-190A-6ADA-B31C-37FC9C083474}"/>
          </ac:graphicFrameMkLst>
        </pc:graphicFrameChg>
      </pc:sldChg>
      <pc:sldChg chg="modSp">
        <pc:chgData name="Sarath V." userId="S::sarath.v@nestgroup.net::11759a50-5485-4f58-ac09-6b79d4ba9e0d" providerId="AD" clId="Web-{6B24E2F4-B2DA-36C3-1AEA-8C5007D46469}" dt="2026-06-15T15:44:56.543" v="161" actId="20577"/>
        <pc:sldMkLst>
          <pc:docMk/>
          <pc:sldMk cId="4177215481" sldId="263"/>
        </pc:sldMkLst>
        <pc:spChg chg="mod">
          <ac:chgData name="Sarath V." userId="S::sarath.v@nestgroup.net::11759a50-5485-4f58-ac09-6b79d4ba9e0d" providerId="AD" clId="Web-{6B24E2F4-B2DA-36C3-1AEA-8C5007D46469}" dt="2026-06-15T15:44:27.589" v="153" actId="20577"/>
          <ac:spMkLst>
            <pc:docMk/>
            <pc:sldMk cId="4177215481" sldId="263"/>
            <ac:spMk id="2" creationId="{65DB7971-1E7C-6131-EB60-1E742F183BC5}"/>
          </ac:spMkLst>
        </pc:spChg>
        <pc:spChg chg="mod">
          <ac:chgData name="Sarath V." userId="S::sarath.v@nestgroup.net::11759a50-5485-4f58-ac09-6b79d4ba9e0d" providerId="AD" clId="Web-{6B24E2F4-B2DA-36C3-1AEA-8C5007D46469}" dt="2026-06-15T15:44:56.543" v="161" actId="20577"/>
          <ac:spMkLst>
            <pc:docMk/>
            <pc:sldMk cId="4177215481" sldId="263"/>
            <ac:spMk id="3" creationId="{BEFDCFDA-7EE2-55CD-7FA9-4B90E385B410}"/>
          </ac:spMkLst>
        </pc:spChg>
      </pc:sldChg>
      <pc:sldChg chg="modSp">
        <pc:chgData name="Sarath V." userId="S::sarath.v@nestgroup.net::11759a50-5485-4f58-ac09-6b79d4ba9e0d" providerId="AD" clId="Web-{6B24E2F4-B2DA-36C3-1AEA-8C5007D46469}" dt="2026-06-15T15:46:12.388" v="182" actId="20577"/>
        <pc:sldMkLst>
          <pc:docMk/>
          <pc:sldMk cId="641395149" sldId="264"/>
        </pc:sldMkLst>
        <pc:spChg chg="mod">
          <ac:chgData name="Sarath V." userId="S::sarath.v@nestgroup.net::11759a50-5485-4f58-ac09-6b79d4ba9e0d" providerId="AD" clId="Web-{6B24E2F4-B2DA-36C3-1AEA-8C5007D46469}" dt="2026-06-15T15:45:12.059" v="162" actId="20577"/>
          <ac:spMkLst>
            <pc:docMk/>
            <pc:sldMk cId="641395149" sldId="264"/>
            <ac:spMk id="2" creationId="{45CCA737-DA9E-3EA7-2DE1-5A1C27C7849B}"/>
          </ac:spMkLst>
        </pc:spChg>
        <pc:spChg chg="mod">
          <ac:chgData name="Sarath V." userId="S::sarath.v@nestgroup.net::11759a50-5485-4f58-ac09-6b79d4ba9e0d" providerId="AD" clId="Web-{6B24E2F4-B2DA-36C3-1AEA-8C5007D46469}" dt="2026-06-15T15:46:04.013" v="180" actId="20577"/>
          <ac:spMkLst>
            <pc:docMk/>
            <pc:sldMk cId="641395149" sldId="264"/>
            <ac:spMk id="3" creationId="{73846C37-C865-EABC-78A3-C2B8161644B5}"/>
          </ac:spMkLst>
        </pc:spChg>
        <pc:spChg chg="mod">
          <ac:chgData name="Sarath V." userId="S::sarath.v@nestgroup.net::11759a50-5485-4f58-ac09-6b79d4ba9e0d" providerId="AD" clId="Web-{6B24E2F4-B2DA-36C3-1AEA-8C5007D46469}" dt="2026-06-15T15:46:12.388" v="182" actId="20577"/>
          <ac:spMkLst>
            <pc:docMk/>
            <pc:sldMk cId="641395149" sldId="264"/>
            <ac:spMk id="5" creationId="{0768C48C-6142-F4B0-5377-1D634A1FB0EC}"/>
          </ac:spMkLst>
        </pc:spChg>
      </pc:sldChg>
      <pc:sldChg chg="delSp modSp">
        <pc:chgData name="Sarath V." userId="S::sarath.v@nestgroup.net::11759a50-5485-4f58-ac09-6b79d4ba9e0d" providerId="AD" clId="Web-{6B24E2F4-B2DA-36C3-1AEA-8C5007D46469}" dt="2026-06-15T15:47:10.546" v="195" actId="20577"/>
        <pc:sldMkLst>
          <pc:docMk/>
          <pc:sldMk cId="484332319" sldId="265"/>
        </pc:sldMkLst>
        <pc:spChg chg="mod">
          <ac:chgData name="Sarath V." userId="S::sarath.v@nestgroup.net::11759a50-5485-4f58-ac09-6b79d4ba9e0d" providerId="AD" clId="Web-{6B24E2F4-B2DA-36C3-1AEA-8C5007D46469}" dt="2026-06-15T15:46:39.436" v="185" actId="20577"/>
          <ac:spMkLst>
            <pc:docMk/>
            <pc:sldMk cId="484332319" sldId="265"/>
            <ac:spMk id="2" creationId="{E497513A-78F2-3744-EB04-AF36D2670FB3}"/>
          </ac:spMkLst>
        </pc:spChg>
        <pc:spChg chg="mod">
          <ac:chgData name="Sarath V." userId="S::sarath.v@nestgroup.net::11759a50-5485-4f58-ac09-6b79d4ba9e0d" providerId="AD" clId="Web-{6B24E2F4-B2DA-36C3-1AEA-8C5007D46469}" dt="2026-06-15T15:47:10.546" v="195" actId="20577"/>
          <ac:spMkLst>
            <pc:docMk/>
            <pc:sldMk cId="484332319" sldId="265"/>
            <ac:spMk id="3" creationId="{30190425-7797-EADB-83D3-D68A007DA1F2}"/>
          </ac:spMkLst>
        </pc:spChg>
        <pc:spChg chg="del">
          <ac:chgData name="Sarath V." userId="S::sarath.v@nestgroup.net::11759a50-5485-4f58-ac09-6b79d4ba9e0d" providerId="AD" clId="Web-{6B24E2F4-B2DA-36C3-1AEA-8C5007D46469}" dt="2026-06-15T15:46:58.155" v="189"/>
          <ac:spMkLst>
            <pc:docMk/>
            <pc:sldMk cId="484332319" sldId="265"/>
            <ac:spMk id="5" creationId="{D5BEA438-511C-162E-B370-BE9891D2F854}"/>
          </ac:spMkLst>
        </pc:spChg>
      </pc:sldChg>
      <pc:sldChg chg="modSp">
        <pc:chgData name="Sarath V." userId="S::sarath.v@nestgroup.net::11759a50-5485-4f58-ac09-6b79d4ba9e0d" providerId="AD" clId="Web-{6B24E2F4-B2DA-36C3-1AEA-8C5007D46469}" dt="2026-06-15T15:47:57.640" v="199" actId="20577"/>
        <pc:sldMkLst>
          <pc:docMk/>
          <pc:sldMk cId="2601805565" sldId="266"/>
        </pc:sldMkLst>
        <pc:spChg chg="mod">
          <ac:chgData name="Sarath V." userId="S::sarath.v@nestgroup.net::11759a50-5485-4f58-ac09-6b79d4ba9e0d" providerId="AD" clId="Web-{6B24E2F4-B2DA-36C3-1AEA-8C5007D46469}" dt="2026-06-15T15:47:38.452" v="196" actId="20577"/>
          <ac:spMkLst>
            <pc:docMk/>
            <pc:sldMk cId="2601805565" sldId="266"/>
            <ac:spMk id="2" creationId="{7035572F-3992-5C64-68E3-BD7F50FAA750}"/>
          </ac:spMkLst>
        </pc:spChg>
        <pc:spChg chg="mod">
          <ac:chgData name="Sarath V." userId="S::sarath.v@nestgroup.net::11759a50-5485-4f58-ac09-6b79d4ba9e0d" providerId="AD" clId="Web-{6B24E2F4-B2DA-36C3-1AEA-8C5007D46469}" dt="2026-06-15T15:47:57.640" v="199" actId="20577"/>
          <ac:spMkLst>
            <pc:docMk/>
            <pc:sldMk cId="2601805565" sldId="266"/>
            <ac:spMk id="3" creationId="{4B3E155C-AB87-090C-E8FA-DC665638A809}"/>
          </ac:spMkLst>
        </pc:spChg>
      </pc:sldChg>
      <pc:sldChg chg="modSp">
        <pc:chgData name="Sarath V." userId="S::sarath.v@nestgroup.net::11759a50-5485-4f58-ac09-6b79d4ba9e0d" providerId="AD" clId="Web-{6B24E2F4-B2DA-36C3-1AEA-8C5007D46469}" dt="2026-06-15T15:48:19.234" v="202" actId="20577"/>
        <pc:sldMkLst>
          <pc:docMk/>
          <pc:sldMk cId="1280231122" sldId="267"/>
        </pc:sldMkLst>
        <pc:spChg chg="mod">
          <ac:chgData name="Sarath V." userId="S::sarath.v@nestgroup.net::11759a50-5485-4f58-ac09-6b79d4ba9e0d" providerId="AD" clId="Web-{6B24E2F4-B2DA-36C3-1AEA-8C5007D46469}" dt="2026-06-15T15:48:05.593" v="200" actId="20577"/>
          <ac:spMkLst>
            <pc:docMk/>
            <pc:sldMk cId="1280231122" sldId="267"/>
            <ac:spMk id="2" creationId="{4FFF329F-D3D3-B9EA-3D7C-5F8259CBA164}"/>
          </ac:spMkLst>
        </pc:spChg>
        <pc:spChg chg="mod">
          <ac:chgData name="Sarath V." userId="S::sarath.v@nestgroup.net::11759a50-5485-4f58-ac09-6b79d4ba9e0d" providerId="AD" clId="Web-{6B24E2F4-B2DA-36C3-1AEA-8C5007D46469}" dt="2026-06-15T15:48:19.234" v="202" actId="20577"/>
          <ac:spMkLst>
            <pc:docMk/>
            <pc:sldMk cId="1280231122" sldId="267"/>
            <ac:spMk id="3" creationId="{0974D36E-94B4-D357-7314-E945CEA77ACA}"/>
          </ac:spMkLst>
        </pc:spChg>
      </pc:sldChg>
      <pc:sldChg chg="addSp delSp modSp">
        <pc:chgData name="Sarath V." userId="S::sarath.v@nestgroup.net::11759a50-5485-4f58-ac09-6b79d4ba9e0d" providerId="AD" clId="Web-{6B24E2F4-B2DA-36C3-1AEA-8C5007D46469}" dt="2026-06-15T16:05:59.114" v="263" actId="20577"/>
        <pc:sldMkLst>
          <pc:docMk/>
          <pc:sldMk cId="2585116301" sldId="268"/>
        </pc:sldMkLst>
        <pc:spChg chg="mod">
          <ac:chgData name="Sarath V." userId="S::sarath.v@nestgroup.net::11759a50-5485-4f58-ac09-6b79d4ba9e0d" providerId="AD" clId="Web-{6B24E2F4-B2DA-36C3-1AEA-8C5007D46469}" dt="2026-06-15T15:50:49.206" v="242" actId="20577"/>
          <ac:spMkLst>
            <pc:docMk/>
            <pc:sldMk cId="2585116301" sldId="268"/>
            <ac:spMk id="2" creationId="{BB757110-CE44-21B4-E0C7-573C2FD212FD}"/>
          </ac:spMkLst>
        </pc:spChg>
        <pc:spChg chg="mod">
          <ac:chgData name="Sarath V." userId="S::sarath.v@nestgroup.net::11759a50-5485-4f58-ac09-6b79d4ba9e0d" providerId="AD" clId="Web-{6B24E2F4-B2DA-36C3-1AEA-8C5007D46469}" dt="2026-06-15T15:50:58.331" v="243" actId="20577"/>
          <ac:spMkLst>
            <pc:docMk/>
            <pc:sldMk cId="2585116301" sldId="268"/>
            <ac:spMk id="3" creationId="{C2082CE2-CBDD-E72E-43B1-A10108E91B0A}"/>
          </ac:spMkLst>
        </pc:spChg>
        <pc:spChg chg="add mod">
          <ac:chgData name="Sarath V." userId="S::sarath.v@nestgroup.net::11759a50-5485-4f58-ac09-6b79d4ba9e0d" providerId="AD" clId="Web-{6B24E2F4-B2DA-36C3-1AEA-8C5007D46469}" dt="2026-06-15T16:05:59.114" v="263" actId="20577"/>
          <ac:spMkLst>
            <pc:docMk/>
            <pc:sldMk cId="2585116301" sldId="268"/>
            <ac:spMk id="7" creationId="{0E74ADD7-718F-F8CA-522C-C3DA78CC7078}"/>
          </ac:spMkLst>
        </pc:spChg>
        <pc:graphicFrameChg chg="del mod modGraphic">
          <ac:chgData name="Sarath V." userId="S::sarath.v@nestgroup.net::11759a50-5485-4f58-ac09-6b79d4ba9e0d" providerId="AD" clId="Web-{6B24E2F4-B2DA-36C3-1AEA-8C5007D46469}" dt="2026-06-15T15:51:11.909" v="246"/>
          <ac:graphicFrameMkLst>
            <pc:docMk/>
            <pc:sldMk cId="2585116301" sldId="268"/>
            <ac:graphicFrameMk id="5" creationId="{8500DD57-38D6-EBEB-A3BB-B12BB1930D87}"/>
          </ac:graphicFrameMkLst>
        </pc:graphicFrameChg>
        <pc:graphicFrameChg chg="add mod modGraphic">
          <ac:chgData name="Sarath V." userId="S::sarath.v@nestgroup.net::11759a50-5485-4f58-ac09-6b79d4ba9e0d" providerId="AD" clId="Web-{6B24E2F4-B2DA-36C3-1AEA-8C5007D46469}" dt="2026-06-15T16:05:23.566" v="250" actId="1076"/>
          <ac:graphicFrameMkLst>
            <pc:docMk/>
            <pc:sldMk cId="2585116301" sldId="268"/>
            <ac:graphicFrameMk id="6" creationId="{723D43AA-13DE-BFFD-601B-31ADAE5E1080}"/>
          </ac:graphicFrameMkLst>
        </pc:graphicFrameChg>
      </pc:sldChg>
      <pc:sldChg chg="modSp">
        <pc:chgData name="Sarath V." userId="S::sarath.v@nestgroup.net::11759a50-5485-4f58-ac09-6b79d4ba9e0d" providerId="AD" clId="Web-{6B24E2F4-B2DA-36C3-1AEA-8C5007D46469}" dt="2026-06-15T16:07:03.256" v="275" actId="20577"/>
        <pc:sldMkLst>
          <pc:docMk/>
          <pc:sldMk cId="1635459738" sldId="269"/>
        </pc:sldMkLst>
        <pc:spChg chg="mod">
          <ac:chgData name="Sarath V." userId="S::sarath.v@nestgroup.net::11759a50-5485-4f58-ac09-6b79d4ba9e0d" providerId="AD" clId="Web-{6B24E2F4-B2DA-36C3-1AEA-8C5007D46469}" dt="2026-06-15T16:06:14.301" v="264" actId="20577"/>
          <ac:spMkLst>
            <pc:docMk/>
            <pc:sldMk cId="1635459738" sldId="269"/>
            <ac:spMk id="2" creationId="{F54330A8-DF84-17A9-493D-9846FA5834C7}"/>
          </ac:spMkLst>
        </pc:spChg>
        <pc:spChg chg="mod">
          <ac:chgData name="Sarath V." userId="S::sarath.v@nestgroup.net::11759a50-5485-4f58-ac09-6b79d4ba9e0d" providerId="AD" clId="Web-{6B24E2F4-B2DA-36C3-1AEA-8C5007D46469}" dt="2026-06-15T16:07:03.256" v="275" actId="20577"/>
          <ac:spMkLst>
            <pc:docMk/>
            <pc:sldMk cId="1635459738" sldId="269"/>
            <ac:spMk id="3" creationId="{30387479-B33C-6FB9-2F7C-52B4A46ED4C4}"/>
          </ac:spMkLst>
        </pc:spChg>
      </pc:sldChg>
      <pc:sldChg chg="addSp delSp modSp">
        <pc:chgData name="Sarath V." userId="S::sarath.v@nestgroup.net::11759a50-5485-4f58-ac09-6b79d4ba9e0d" providerId="AD" clId="Web-{6B24E2F4-B2DA-36C3-1AEA-8C5007D46469}" dt="2026-06-15T16:22:59.516" v="291" actId="1076"/>
        <pc:sldMkLst>
          <pc:docMk/>
          <pc:sldMk cId="1153375528" sldId="270"/>
        </pc:sldMkLst>
        <pc:spChg chg="mod">
          <ac:chgData name="Sarath V." userId="S::sarath.v@nestgroup.net::11759a50-5485-4f58-ac09-6b79d4ba9e0d" providerId="AD" clId="Web-{6B24E2F4-B2DA-36C3-1AEA-8C5007D46469}" dt="2026-06-15T16:21:53.890" v="276" actId="20577"/>
          <ac:spMkLst>
            <pc:docMk/>
            <pc:sldMk cId="1153375528" sldId="270"/>
            <ac:spMk id="2" creationId="{B5FA7867-986F-2CF3-7744-7FB9C50BC12A}"/>
          </ac:spMkLst>
        </pc:spChg>
        <pc:spChg chg="mod">
          <ac:chgData name="Sarath V." userId="S::sarath.v@nestgroup.net::11759a50-5485-4f58-ac09-6b79d4ba9e0d" providerId="AD" clId="Web-{6B24E2F4-B2DA-36C3-1AEA-8C5007D46469}" dt="2026-06-15T16:22:30.312" v="284" actId="20577"/>
          <ac:spMkLst>
            <pc:docMk/>
            <pc:sldMk cId="1153375528" sldId="270"/>
            <ac:spMk id="3" creationId="{62ED1144-4452-425F-2238-2DA6D2B0D757}"/>
          </ac:spMkLst>
        </pc:spChg>
        <pc:spChg chg="del mod">
          <ac:chgData name="Sarath V." userId="S::sarath.v@nestgroup.net::11759a50-5485-4f58-ac09-6b79d4ba9e0d" providerId="AD" clId="Web-{6B24E2F4-B2DA-36C3-1AEA-8C5007D46469}" dt="2026-06-15T16:22:37" v="286"/>
          <ac:spMkLst>
            <pc:docMk/>
            <pc:sldMk cId="1153375528" sldId="270"/>
            <ac:spMk id="4" creationId="{2D978FC5-9CF3-1DFD-1F26-A6E5E4B3AFB6}"/>
          </ac:spMkLst>
        </pc:spChg>
        <pc:spChg chg="mod">
          <ac:chgData name="Sarath V." userId="S::sarath.v@nestgroup.net::11759a50-5485-4f58-ac09-6b79d4ba9e0d" providerId="AD" clId="Web-{6B24E2F4-B2DA-36C3-1AEA-8C5007D46469}" dt="2026-06-15T16:22:59.516" v="291" actId="1076"/>
          <ac:spMkLst>
            <pc:docMk/>
            <pc:sldMk cId="1153375528" sldId="270"/>
            <ac:spMk id="5" creationId="{E4101E6C-7A2B-2460-FEC1-77D075851F23}"/>
          </ac:spMkLst>
        </pc:spChg>
        <pc:graphicFrameChg chg="add mod modGraphic">
          <ac:chgData name="Sarath V." userId="S::sarath.v@nestgroup.net::11759a50-5485-4f58-ac09-6b79d4ba9e0d" providerId="AD" clId="Web-{6B24E2F4-B2DA-36C3-1AEA-8C5007D46469}" dt="2026-06-15T16:22:54.156" v="290"/>
          <ac:graphicFrameMkLst>
            <pc:docMk/>
            <pc:sldMk cId="1153375528" sldId="270"/>
            <ac:graphicFrameMk id="7" creationId="{5F9281CD-FA36-5180-2A57-F87C7ABCE55D}"/>
          </ac:graphicFrameMkLst>
        </pc:graphicFrameChg>
      </pc:sldChg>
      <pc:sldChg chg="addSp delSp modSp">
        <pc:chgData name="Sarath V." userId="S::sarath.v@nestgroup.net::11759a50-5485-4f58-ac09-6b79d4ba9e0d" providerId="AD" clId="Web-{6B24E2F4-B2DA-36C3-1AEA-8C5007D46469}" dt="2026-06-15T16:24:40.393" v="305" actId="20577"/>
        <pc:sldMkLst>
          <pc:docMk/>
          <pc:sldMk cId="422713149" sldId="271"/>
        </pc:sldMkLst>
        <pc:spChg chg="mod">
          <ac:chgData name="Sarath V." userId="S::sarath.v@nestgroup.net::11759a50-5485-4f58-ac09-6b79d4ba9e0d" providerId="AD" clId="Web-{6B24E2F4-B2DA-36C3-1AEA-8C5007D46469}" dt="2026-06-15T16:24:02.517" v="292" actId="20577"/>
          <ac:spMkLst>
            <pc:docMk/>
            <pc:sldMk cId="422713149" sldId="271"/>
            <ac:spMk id="2" creationId="{93C5301C-CC8E-BA93-F379-6F0F63EBC297}"/>
          </ac:spMkLst>
        </pc:spChg>
        <pc:spChg chg="add mod">
          <ac:chgData name="Sarath V." userId="S::sarath.v@nestgroup.net::11759a50-5485-4f58-ac09-6b79d4ba9e0d" providerId="AD" clId="Web-{6B24E2F4-B2DA-36C3-1AEA-8C5007D46469}" dt="2026-06-15T16:24:40.393" v="305" actId="20577"/>
          <ac:spMkLst>
            <pc:docMk/>
            <pc:sldMk cId="422713149" sldId="271"/>
            <ac:spMk id="4" creationId="{927CB747-50FF-20A9-5E14-B0AA8A77E1DF}"/>
          </ac:spMkLst>
        </pc:spChg>
        <pc:graphicFrameChg chg="del">
          <ac:chgData name="Sarath V." userId="S::sarath.v@nestgroup.net::11759a50-5485-4f58-ac09-6b79d4ba9e0d" providerId="AD" clId="Web-{6B24E2F4-B2DA-36C3-1AEA-8C5007D46469}" dt="2026-06-15T16:24:10.220" v="293"/>
          <ac:graphicFrameMkLst>
            <pc:docMk/>
            <pc:sldMk cId="422713149" sldId="271"/>
            <ac:graphicFrameMk id="5" creationId="{13F430D0-BC89-1A1A-FD79-CD0434292903}"/>
          </ac:graphicFrameMkLst>
        </pc:graphicFrameChg>
      </pc:sldChg>
      <pc:sldChg chg="modSp">
        <pc:chgData name="Sarath V." userId="S::sarath.v@nestgroup.net::11759a50-5485-4f58-ac09-6b79d4ba9e0d" providerId="AD" clId="Web-{6B24E2F4-B2DA-36C3-1AEA-8C5007D46469}" dt="2026-06-15T16:25:25.159" v="320" actId="20577"/>
        <pc:sldMkLst>
          <pc:docMk/>
          <pc:sldMk cId="1046909804" sldId="272"/>
        </pc:sldMkLst>
        <pc:spChg chg="mod">
          <ac:chgData name="Sarath V." userId="S::sarath.v@nestgroup.net::11759a50-5485-4f58-ac09-6b79d4ba9e0d" providerId="AD" clId="Web-{6B24E2F4-B2DA-36C3-1AEA-8C5007D46469}" dt="2026-06-15T16:24:56.518" v="307" actId="20577"/>
          <ac:spMkLst>
            <pc:docMk/>
            <pc:sldMk cId="1046909804" sldId="272"/>
            <ac:spMk id="2" creationId="{1D9CB500-D4A3-83B0-566D-E889598C6F24}"/>
          </ac:spMkLst>
        </pc:spChg>
        <pc:spChg chg="mod">
          <ac:chgData name="Sarath V." userId="S::sarath.v@nestgroup.net::11759a50-5485-4f58-ac09-6b79d4ba9e0d" providerId="AD" clId="Web-{6B24E2F4-B2DA-36C3-1AEA-8C5007D46469}" dt="2026-06-15T16:25:25.159" v="320" actId="20577"/>
          <ac:spMkLst>
            <pc:docMk/>
            <pc:sldMk cId="1046909804" sldId="272"/>
            <ac:spMk id="3" creationId="{33D56B61-6A33-3E23-B115-51D62A48D81A}"/>
          </ac:spMkLst>
        </pc:spChg>
      </pc:sldChg>
      <pc:sldChg chg="del">
        <pc:chgData name="Sarath V." userId="S::sarath.v@nestgroup.net::11759a50-5485-4f58-ac09-6b79d4ba9e0d" providerId="AD" clId="Web-{6B24E2F4-B2DA-36C3-1AEA-8C5007D46469}" dt="2026-06-15T16:25:38.519" v="321"/>
        <pc:sldMkLst>
          <pc:docMk/>
          <pc:sldMk cId="1863571729" sldId="273"/>
        </pc:sldMkLst>
      </pc:sldChg>
      <pc:sldChg chg="del">
        <pc:chgData name="Sarath V." userId="S::sarath.v@nestgroup.net::11759a50-5485-4f58-ac09-6b79d4ba9e0d" providerId="AD" clId="Web-{6B24E2F4-B2DA-36C3-1AEA-8C5007D46469}" dt="2026-06-15T16:25:40.175" v="322"/>
        <pc:sldMkLst>
          <pc:docMk/>
          <pc:sldMk cId="1094436236" sldId="274"/>
        </pc:sldMkLst>
      </pc:sldChg>
      <pc:sldChg chg="modSp">
        <pc:chgData name="Sarath V." userId="S::sarath.v@nestgroup.net::11759a50-5485-4f58-ac09-6b79d4ba9e0d" providerId="AD" clId="Web-{6B24E2F4-B2DA-36C3-1AEA-8C5007D46469}" dt="2026-06-15T16:31:07.259" v="389" actId="20577"/>
        <pc:sldMkLst>
          <pc:docMk/>
          <pc:sldMk cId="216957163" sldId="275"/>
        </pc:sldMkLst>
        <pc:spChg chg="mod">
          <ac:chgData name="Sarath V." userId="S::sarath.v@nestgroup.net::11759a50-5485-4f58-ac09-6b79d4ba9e0d" providerId="AD" clId="Web-{6B24E2F4-B2DA-36C3-1AEA-8C5007D46469}" dt="2026-06-15T16:31:07.259" v="389" actId="20577"/>
          <ac:spMkLst>
            <pc:docMk/>
            <pc:sldMk cId="216957163" sldId="275"/>
            <ac:spMk id="3" creationId="{3BA6393D-5873-D1C7-1284-4D196348B9A7}"/>
          </ac:spMkLst>
        </pc:spChg>
      </pc:sldChg>
      <pc:sldChg chg="addSp modSp">
        <pc:chgData name="Sarath V." userId="S::sarath.v@nestgroup.net::11759a50-5485-4f58-ac09-6b79d4ba9e0d" providerId="AD" clId="Web-{6B24E2F4-B2DA-36C3-1AEA-8C5007D46469}" dt="2026-06-15T16:44:56.698" v="414"/>
        <pc:sldMkLst>
          <pc:docMk/>
          <pc:sldMk cId="2815288669" sldId="277"/>
        </pc:sldMkLst>
        <pc:spChg chg="mod">
          <ac:chgData name="Sarath V." userId="S::sarath.v@nestgroup.net::11759a50-5485-4f58-ac09-6b79d4ba9e0d" providerId="AD" clId="Web-{6B24E2F4-B2DA-36C3-1AEA-8C5007D46469}" dt="2026-06-15T16:44:07.837" v="402" actId="14100"/>
          <ac:spMkLst>
            <pc:docMk/>
            <pc:sldMk cId="2815288669" sldId="277"/>
            <ac:spMk id="3" creationId="{E496910E-8347-9766-1A03-ECBDB61F0646}"/>
          </ac:spMkLst>
        </pc:spChg>
        <pc:spChg chg="add mod">
          <ac:chgData name="Sarath V." userId="S::sarath.v@nestgroup.net::11759a50-5485-4f58-ac09-6b79d4ba9e0d" providerId="AD" clId="Web-{6B24E2F4-B2DA-36C3-1AEA-8C5007D46469}" dt="2026-06-15T16:44:56.698" v="414"/>
          <ac:spMkLst>
            <pc:docMk/>
            <pc:sldMk cId="2815288669" sldId="277"/>
            <ac:spMk id="5" creationId="{1D3DA672-2893-E8DF-C25E-B3937AB9D36A}"/>
          </ac:spMkLst>
        </pc:spChg>
      </pc:sldChg>
      <pc:sldChg chg="addSp delSp modSp">
        <pc:chgData name="Sarath V." userId="S::sarath.v@nestgroup.net::11759a50-5485-4f58-ac09-6b79d4ba9e0d" providerId="AD" clId="Web-{6B24E2F4-B2DA-36C3-1AEA-8C5007D46469}" dt="2026-06-15T16:47:01.232" v="497"/>
        <pc:sldMkLst>
          <pc:docMk/>
          <pc:sldMk cId="2287427571" sldId="278"/>
        </pc:sldMkLst>
        <pc:spChg chg="del">
          <ac:chgData name="Sarath V." userId="S::sarath.v@nestgroup.net::11759a50-5485-4f58-ac09-6b79d4ba9e0d" providerId="AD" clId="Web-{6B24E2F4-B2DA-36C3-1AEA-8C5007D46469}" dt="2026-06-15T16:26:20.473" v="330"/>
          <ac:spMkLst>
            <pc:docMk/>
            <pc:sldMk cId="2287427571" sldId="278"/>
            <ac:spMk id="3" creationId="{12490B4D-043F-9127-F129-F390CA04D908}"/>
          </ac:spMkLst>
        </pc:spChg>
        <pc:spChg chg="add del mod">
          <ac:chgData name="Sarath V." userId="S::sarath.v@nestgroup.net::11759a50-5485-4f58-ac09-6b79d4ba9e0d" providerId="AD" clId="Web-{6B24E2F4-B2DA-36C3-1AEA-8C5007D46469}" dt="2026-06-15T16:26:25.660" v="332"/>
          <ac:spMkLst>
            <pc:docMk/>
            <pc:sldMk cId="2287427571" sldId="278"/>
            <ac:spMk id="6" creationId="{93BCF838-74F0-8F1C-3982-E66ABE0209A0}"/>
          </ac:spMkLst>
        </pc:spChg>
        <pc:spChg chg="del">
          <ac:chgData name="Sarath V." userId="S::sarath.v@nestgroup.net::11759a50-5485-4f58-ac09-6b79d4ba9e0d" providerId="AD" clId="Web-{6B24E2F4-B2DA-36C3-1AEA-8C5007D46469}" dt="2026-06-15T16:26:38.598" v="338"/>
          <ac:spMkLst>
            <pc:docMk/>
            <pc:sldMk cId="2287427571" sldId="278"/>
            <ac:spMk id="8" creationId="{91AE4BB9-9011-A343-4F0A-4E6AEE2CDC71}"/>
          </ac:spMkLst>
        </pc:spChg>
        <pc:spChg chg="del">
          <ac:chgData name="Sarath V." userId="S::sarath.v@nestgroup.net::11759a50-5485-4f58-ac09-6b79d4ba9e0d" providerId="AD" clId="Web-{6B24E2F4-B2DA-36C3-1AEA-8C5007D46469}" dt="2026-06-15T16:26:35.364" v="337"/>
          <ac:spMkLst>
            <pc:docMk/>
            <pc:sldMk cId="2287427571" sldId="278"/>
            <ac:spMk id="11" creationId="{C54CFA31-8C42-AA01-BDB2-ABC2C2657550}"/>
          </ac:spMkLst>
        </pc:spChg>
        <pc:graphicFrameChg chg="del mod modGraphic">
          <ac:chgData name="Sarath V." userId="S::sarath.v@nestgroup.net::11759a50-5485-4f58-ac09-6b79d4ba9e0d" providerId="AD" clId="Web-{6B24E2F4-B2DA-36C3-1AEA-8C5007D46469}" dt="2026-06-15T16:26:29.364" v="335"/>
          <ac:graphicFrameMkLst>
            <pc:docMk/>
            <pc:sldMk cId="2287427571" sldId="278"/>
            <ac:graphicFrameMk id="5" creationId="{33C5361A-B715-4371-C2F5-68E690E2542D}"/>
          </ac:graphicFrameMkLst>
        </pc:graphicFrameChg>
        <pc:graphicFrameChg chg="del">
          <ac:chgData name="Sarath V." userId="S::sarath.v@nestgroup.net::11759a50-5485-4f58-ac09-6b79d4ba9e0d" providerId="AD" clId="Web-{6B24E2F4-B2DA-36C3-1AEA-8C5007D46469}" dt="2026-06-15T16:26:31.598" v="336"/>
          <ac:graphicFrameMkLst>
            <pc:docMk/>
            <pc:sldMk cId="2287427571" sldId="278"/>
            <ac:graphicFrameMk id="7" creationId="{229B3113-5990-8628-F2FD-955B3236C45F}"/>
          </ac:graphicFrameMkLst>
        </pc:graphicFrameChg>
        <pc:graphicFrameChg chg="del">
          <ac:chgData name="Sarath V." userId="S::sarath.v@nestgroup.net::11759a50-5485-4f58-ac09-6b79d4ba9e0d" providerId="AD" clId="Web-{6B24E2F4-B2DA-36C3-1AEA-8C5007D46469}" dt="2026-06-15T16:26:41.114" v="339"/>
          <ac:graphicFrameMkLst>
            <pc:docMk/>
            <pc:sldMk cId="2287427571" sldId="278"/>
            <ac:graphicFrameMk id="10" creationId="{50EFCB63-4497-B4ED-C426-61AA50E953E8}"/>
          </ac:graphicFrameMkLst>
        </pc:graphicFrameChg>
        <pc:graphicFrameChg chg="add mod modGraphic">
          <ac:chgData name="Sarath V." userId="S::sarath.v@nestgroup.net::11759a50-5485-4f58-ac09-6b79d4ba9e0d" providerId="AD" clId="Web-{6B24E2F4-B2DA-36C3-1AEA-8C5007D46469}" dt="2026-06-15T16:46:36.012" v="461"/>
          <ac:graphicFrameMkLst>
            <pc:docMk/>
            <pc:sldMk cId="2287427571" sldId="278"/>
            <ac:graphicFrameMk id="12" creationId="{3206874F-446F-265C-D7D0-F9CB10C7CD1F}"/>
          </ac:graphicFrameMkLst>
        </pc:graphicFrameChg>
        <pc:graphicFrameChg chg="add mod modGraphic">
          <ac:chgData name="Sarath V." userId="S::sarath.v@nestgroup.net::11759a50-5485-4f58-ac09-6b79d4ba9e0d" providerId="AD" clId="Web-{6B24E2F4-B2DA-36C3-1AEA-8C5007D46469}" dt="2026-06-15T16:47:01.232" v="497"/>
          <ac:graphicFrameMkLst>
            <pc:docMk/>
            <pc:sldMk cId="2287427571" sldId="278"/>
            <ac:graphicFrameMk id="14" creationId="{F835A5C7-484F-5591-123E-DF713FBF8D5C}"/>
          </ac:graphicFrameMkLst>
        </pc:graphicFrameChg>
        <pc:graphicFrameChg chg="del mod modGraphic">
          <ac:chgData name="Sarath V." userId="S::sarath.v@nestgroup.net::11759a50-5485-4f58-ac09-6b79d4ba9e0d" providerId="AD" clId="Web-{6B24E2F4-B2DA-36C3-1AEA-8C5007D46469}" dt="2026-06-15T16:26:47.051" v="342"/>
          <ac:graphicFrameMkLst>
            <pc:docMk/>
            <pc:sldMk cId="2287427571" sldId="278"/>
            <ac:graphicFrameMk id="15" creationId="{1955AF89-15F6-8EB0-6790-3B508C28FE59}"/>
          </ac:graphicFrameMkLst>
        </pc:graphicFrameChg>
      </pc:sldChg>
      <pc:sldChg chg="modSp add replId">
        <pc:chgData name="Sarath V." userId="S::sarath.v@nestgroup.net::11759a50-5485-4f58-ac09-6b79d4ba9e0d" providerId="AD" clId="Web-{6B24E2F4-B2DA-36C3-1AEA-8C5007D46469}" dt="2026-06-15T15:49:20.860" v="223" actId="20577"/>
        <pc:sldMkLst>
          <pc:docMk/>
          <pc:sldMk cId="1304824265" sldId="279"/>
        </pc:sldMkLst>
        <pc:spChg chg="mod">
          <ac:chgData name="Sarath V." userId="S::sarath.v@nestgroup.net::11759a50-5485-4f58-ac09-6b79d4ba9e0d" providerId="AD" clId="Web-{6B24E2F4-B2DA-36C3-1AEA-8C5007D46469}" dt="2026-06-15T15:48:34.176" v="204" actId="20577"/>
          <ac:spMkLst>
            <pc:docMk/>
            <pc:sldMk cId="1304824265" sldId="279"/>
            <ac:spMk id="2" creationId="{CF66E63B-D8B0-6B05-3A01-4751663D5E2D}"/>
          </ac:spMkLst>
        </pc:spChg>
        <pc:spChg chg="mod">
          <ac:chgData name="Sarath V." userId="S::sarath.v@nestgroup.net::11759a50-5485-4f58-ac09-6b79d4ba9e0d" providerId="AD" clId="Web-{6B24E2F4-B2DA-36C3-1AEA-8C5007D46469}" dt="2026-06-15T15:49:20.860" v="223" actId="20577"/>
          <ac:spMkLst>
            <pc:docMk/>
            <pc:sldMk cId="1304824265" sldId="279"/>
            <ac:spMk id="3" creationId="{A2F97261-CB02-6226-D839-D586F7023EF2}"/>
          </ac:spMkLst>
        </pc:spChg>
      </pc:sldChg>
      <pc:sldChg chg="modSp add replId">
        <pc:chgData name="Sarath V." userId="S::sarath.v@nestgroup.net::11759a50-5485-4f58-ac09-6b79d4ba9e0d" providerId="AD" clId="Web-{6B24E2F4-B2DA-36C3-1AEA-8C5007D46469}" dt="2026-06-15T15:49:52.767" v="231" actId="20577"/>
        <pc:sldMkLst>
          <pc:docMk/>
          <pc:sldMk cId="3175291884" sldId="280"/>
        </pc:sldMkLst>
        <pc:spChg chg="mod">
          <ac:chgData name="Sarath V." userId="S::sarath.v@nestgroup.net::11759a50-5485-4f58-ac09-6b79d4ba9e0d" providerId="AD" clId="Web-{6B24E2F4-B2DA-36C3-1AEA-8C5007D46469}" dt="2026-06-15T15:49:46.283" v="227" actId="20577"/>
          <ac:spMkLst>
            <pc:docMk/>
            <pc:sldMk cId="3175291884" sldId="280"/>
            <ac:spMk id="2" creationId="{2A29385F-81F4-E4A9-73BA-4CF9064FA317}"/>
          </ac:spMkLst>
        </pc:spChg>
        <pc:spChg chg="mod">
          <ac:chgData name="Sarath V." userId="S::sarath.v@nestgroup.net::11759a50-5485-4f58-ac09-6b79d4ba9e0d" providerId="AD" clId="Web-{6B24E2F4-B2DA-36C3-1AEA-8C5007D46469}" dt="2026-06-15T15:49:52.767" v="231" actId="20577"/>
          <ac:spMkLst>
            <pc:docMk/>
            <pc:sldMk cId="3175291884" sldId="280"/>
            <ac:spMk id="3" creationId="{CC60E748-2326-1C62-F420-FE5C4B942B5D}"/>
          </ac:spMkLst>
        </pc:spChg>
      </pc:sldChg>
      <pc:sldChg chg="modSp add replId">
        <pc:chgData name="Sarath V." userId="S::sarath.v@nestgroup.net::11759a50-5485-4f58-ac09-6b79d4ba9e0d" providerId="AD" clId="Web-{6B24E2F4-B2DA-36C3-1AEA-8C5007D46469}" dt="2026-06-15T15:50:37.331" v="241" actId="20577"/>
        <pc:sldMkLst>
          <pc:docMk/>
          <pc:sldMk cId="1005286446" sldId="281"/>
        </pc:sldMkLst>
        <pc:spChg chg="mod">
          <ac:chgData name="Sarath V." userId="S::sarath.v@nestgroup.net::11759a50-5485-4f58-ac09-6b79d4ba9e0d" providerId="AD" clId="Web-{6B24E2F4-B2DA-36C3-1AEA-8C5007D46469}" dt="2026-06-15T15:50:14.549" v="233" actId="20577"/>
          <ac:spMkLst>
            <pc:docMk/>
            <pc:sldMk cId="1005286446" sldId="281"/>
            <ac:spMk id="2" creationId="{C74F7957-C378-0D99-E699-29F76E730AC4}"/>
          </ac:spMkLst>
        </pc:spChg>
        <pc:spChg chg="mod">
          <ac:chgData name="Sarath V." userId="S::sarath.v@nestgroup.net::11759a50-5485-4f58-ac09-6b79d4ba9e0d" providerId="AD" clId="Web-{6B24E2F4-B2DA-36C3-1AEA-8C5007D46469}" dt="2026-06-15T15:50:37.331" v="241" actId="20577"/>
          <ac:spMkLst>
            <pc:docMk/>
            <pc:sldMk cId="1005286446" sldId="281"/>
            <ac:spMk id="3" creationId="{82C56F92-5355-9E3F-FF89-67DBFD505159}"/>
          </ac:spMkLst>
        </pc:spChg>
      </pc:sldChg>
      <pc:sldChg chg="addSp delSp modSp new">
        <pc:chgData name="Sarath V." userId="S::sarath.v@nestgroup.net::11759a50-5485-4f58-ac09-6b79d4ba9e0d" providerId="AD" clId="Web-{6B24E2F4-B2DA-36C3-1AEA-8C5007D46469}" dt="2026-06-15T16:25:57.347" v="329"/>
        <pc:sldMkLst>
          <pc:docMk/>
          <pc:sldMk cId="59662912" sldId="282"/>
        </pc:sldMkLst>
        <pc:spChg chg="mod">
          <ac:chgData name="Sarath V." userId="S::sarath.v@nestgroup.net::11759a50-5485-4f58-ac09-6b79d4ba9e0d" providerId="AD" clId="Web-{6B24E2F4-B2DA-36C3-1AEA-8C5007D46469}" dt="2026-06-15T16:25:55.550" v="328" actId="20577"/>
          <ac:spMkLst>
            <pc:docMk/>
            <pc:sldMk cId="59662912" sldId="282"/>
            <ac:spMk id="2" creationId="{330A2749-F3F4-8A47-F240-FD579EBB0EDE}"/>
          </ac:spMkLst>
        </pc:spChg>
        <pc:spChg chg="del">
          <ac:chgData name="Sarath V." userId="S::sarath.v@nestgroup.net::11759a50-5485-4f58-ac09-6b79d4ba9e0d" providerId="AD" clId="Web-{6B24E2F4-B2DA-36C3-1AEA-8C5007D46469}" dt="2026-06-15T16:25:57.347" v="329"/>
          <ac:spMkLst>
            <pc:docMk/>
            <pc:sldMk cId="59662912" sldId="282"/>
            <ac:spMk id="3" creationId="{C8F96081-A1FE-41FD-7F55-AEE96B3181AC}"/>
          </ac:spMkLst>
        </pc:spChg>
        <pc:graphicFrameChg chg="add mod ord modGraphic">
          <ac:chgData name="Sarath V." userId="S::sarath.v@nestgroup.net::11759a50-5485-4f58-ac09-6b79d4ba9e0d" providerId="AD" clId="Web-{6B24E2F4-B2DA-36C3-1AEA-8C5007D46469}" dt="2026-06-15T16:25:57.347" v="329"/>
          <ac:graphicFrameMkLst>
            <pc:docMk/>
            <pc:sldMk cId="59662912" sldId="282"/>
            <ac:graphicFrameMk id="5" creationId="{B9F7D40E-8D8C-D34F-CFE4-2D9EA3BED805}"/>
          </ac:graphicFrameMkLst>
        </pc:graphicFrameChg>
      </pc:sldChg>
      <pc:sldChg chg="delSp modSp add replId">
        <pc:chgData name="Sarath V." userId="S::sarath.v@nestgroup.net::11759a50-5485-4f58-ac09-6b79d4ba9e0d" providerId="AD" clId="Web-{6B24E2F4-B2DA-36C3-1AEA-8C5007D46469}" dt="2026-06-15T16:45:23.589" v="422"/>
        <pc:sldMkLst>
          <pc:docMk/>
          <pc:sldMk cId="3855093106" sldId="283"/>
        </pc:sldMkLst>
        <pc:spChg chg="mod">
          <ac:chgData name="Sarath V." userId="S::sarath.v@nestgroup.net::11759a50-5485-4f58-ac09-6b79d4ba9e0d" providerId="AD" clId="Web-{6B24E2F4-B2DA-36C3-1AEA-8C5007D46469}" dt="2026-06-15T16:45:20.448" v="421"/>
          <ac:spMkLst>
            <pc:docMk/>
            <pc:sldMk cId="3855093106" sldId="283"/>
            <ac:spMk id="3" creationId="{52F92B60-9888-6560-42B8-03C5BA4A768E}"/>
          </ac:spMkLst>
        </pc:spChg>
        <pc:spChg chg="del">
          <ac:chgData name="Sarath V." userId="S::sarath.v@nestgroup.net::11759a50-5485-4f58-ac09-6b79d4ba9e0d" providerId="AD" clId="Web-{6B24E2F4-B2DA-36C3-1AEA-8C5007D46469}" dt="2026-06-15T16:45:23.589" v="422"/>
          <ac:spMkLst>
            <pc:docMk/>
            <pc:sldMk cId="3855093106" sldId="283"/>
            <ac:spMk id="5" creationId="{7B88AFB9-3552-154B-6248-02AE2C86893A}"/>
          </ac:spMkLst>
        </pc:spChg>
      </pc:sldChg>
      <pc:sldChg chg="addSp delSp modSp new">
        <pc:chgData name="Sarath V." userId="S::sarath.v@nestgroup.net::11759a50-5485-4f58-ac09-6b79d4ba9e0d" providerId="AD" clId="Web-{6B24E2F4-B2DA-36C3-1AEA-8C5007D46469}" dt="2026-06-15T16:46:15.215" v="434"/>
        <pc:sldMkLst>
          <pc:docMk/>
          <pc:sldMk cId="1466802342" sldId="284"/>
        </pc:sldMkLst>
        <pc:spChg chg="mod">
          <ac:chgData name="Sarath V." userId="S::sarath.v@nestgroup.net::11759a50-5485-4f58-ac09-6b79d4ba9e0d" providerId="AD" clId="Web-{6B24E2F4-B2DA-36C3-1AEA-8C5007D46469}" dt="2026-06-15T16:46:12.996" v="433" actId="20577"/>
          <ac:spMkLst>
            <pc:docMk/>
            <pc:sldMk cId="1466802342" sldId="284"/>
            <ac:spMk id="2" creationId="{74D8C610-B6EB-8769-653D-AE52A3F55CAC}"/>
          </ac:spMkLst>
        </pc:spChg>
        <pc:spChg chg="del">
          <ac:chgData name="Sarath V." userId="S::sarath.v@nestgroup.net::11759a50-5485-4f58-ac09-6b79d4ba9e0d" providerId="AD" clId="Web-{6B24E2F4-B2DA-36C3-1AEA-8C5007D46469}" dt="2026-06-15T16:46:15.215" v="434"/>
          <ac:spMkLst>
            <pc:docMk/>
            <pc:sldMk cId="1466802342" sldId="284"/>
            <ac:spMk id="3" creationId="{58FC9E40-B696-43CF-0C52-1880D7FF1917}"/>
          </ac:spMkLst>
        </pc:spChg>
        <pc:graphicFrameChg chg="add mod ord modGraphic">
          <ac:chgData name="Sarath V." userId="S::sarath.v@nestgroup.net::11759a50-5485-4f58-ac09-6b79d4ba9e0d" providerId="AD" clId="Web-{6B24E2F4-B2DA-36C3-1AEA-8C5007D46469}" dt="2026-06-15T16:46:15.215" v="434"/>
          <ac:graphicFrameMkLst>
            <pc:docMk/>
            <pc:sldMk cId="1466802342" sldId="284"/>
            <ac:graphicFrameMk id="5" creationId="{3F3D3CAC-9809-1237-AF40-9E6FB176CD4E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C3390-FA87-D40B-BB89-5476484D5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748B5-8CB3-10CE-6C8F-1767A485F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>
                <a:ea typeface="+mn-lt"/>
                <a:cs typeface="+mn-lt"/>
              </a:rPr>
              <a:t>The Automation Engineering Layer transforms validated feature files into governed and executable automation assets.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400">
                <a:ea typeface="+mn-lt"/>
                <a:cs typeface="+mn-lt"/>
              </a:rPr>
              <a:t>Responsibilities</a:t>
            </a:r>
            <a:r>
              <a:rPr lang="en-US" sz="1400" dirty="0">
                <a:ea typeface="+mn-lt"/>
                <a:cs typeface="+mn-lt"/>
              </a:rPr>
              <a:t>:</a:t>
            </a:r>
            <a:endParaRPr lang="en-US" sz="1400"/>
          </a:p>
          <a:p>
            <a:r>
              <a:rPr lang="en-US" sz="1400">
                <a:ea typeface="+mn-lt"/>
                <a:cs typeface="+mn-lt"/>
              </a:rPr>
              <a:t>Discover reusable automation assets </a:t>
            </a:r>
          </a:p>
          <a:p>
            <a:r>
              <a:rPr lang="en-US" sz="1400">
                <a:ea typeface="+mn-lt"/>
                <a:cs typeface="+mn-lt"/>
              </a:rPr>
              <a:t>Generate missing Step Definitions </a:t>
            </a:r>
            <a:endParaRPr lang="en-US"/>
          </a:p>
          <a:p>
            <a:r>
              <a:rPr lang="en-US" sz="1400">
                <a:ea typeface="+mn-lt"/>
                <a:cs typeface="+mn-lt"/>
              </a:rPr>
              <a:t>Generate Page Objects </a:t>
            </a:r>
            <a:endParaRPr lang="en-US"/>
          </a:p>
          <a:p>
            <a:r>
              <a:rPr lang="en-US" sz="1400">
                <a:ea typeface="+mn-lt"/>
                <a:cs typeface="+mn-lt"/>
              </a:rPr>
              <a:t>Generate Test Classes </a:t>
            </a:r>
            <a:endParaRPr lang="en-US"/>
          </a:p>
          <a:p>
            <a:r>
              <a:rPr lang="en-US" sz="1400">
                <a:ea typeface="+mn-lt"/>
                <a:cs typeface="+mn-lt"/>
              </a:rPr>
              <a:t>Generate Utility Classes </a:t>
            </a:r>
            <a:endParaRPr lang="en-US"/>
          </a:p>
          <a:p>
            <a:r>
              <a:rPr lang="en-US" sz="1400">
                <a:ea typeface="+mn-lt"/>
                <a:cs typeface="+mn-lt"/>
              </a:rPr>
              <a:t>Generate Test Data Components </a:t>
            </a:r>
            <a:endParaRPr lang="en-US"/>
          </a:p>
          <a:p>
            <a:r>
              <a:rPr lang="en-US" sz="1400">
                <a:ea typeface="+mn-lt"/>
                <a:cs typeface="+mn-lt"/>
              </a:rPr>
              <a:t>Validate generated assets </a:t>
            </a:r>
            <a:endParaRPr lang="en-US"/>
          </a:p>
          <a:p>
            <a:r>
              <a:rPr lang="en-US" sz="1400">
                <a:ea typeface="+mn-lt"/>
                <a:cs typeface="+mn-lt"/>
              </a:rPr>
              <a:t>Measure automation coverage </a:t>
            </a:r>
            <a:endParaRPr lang="en-US"/>
          </a:p>
          <a:p>
            <a:r>
              <a:rPr lang="en-US" sz="1400">
                <a:ea typeface="+mn-lt"/>
                <a:cs typeface="+mn-lt"/>
              </a:rPr>
              <a:t>Perform code quality checks </a:t>
            </a:r>
            <a:endParaRPr lang="en-US"/>
          </a:p>
          <a:p>
            <a:r>
              <a:rPr lang="en-US" sz="1400">
                <a:ea typeface="+mn-lt"/>
                <a:cs typeface="+mn-lt"/>
              </a:rPr>
              <a:t>Generate CP3 &amp; CP4 validation reports</a:t>
            </a:r>
            <a:endParaRPr lang="en-US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>
                <a:ea typeface="+mn-lt"/>
                <a:cs typeface="+mn-lt"/>
              </a:rPr>
              <a:t>Output:</a:t>
            </a:r>
            <a:endParaRPr lang="en-US"/>
          </a:p>
          <a:p>
            <a:pPr marL="0" indent="0">
              <a:buNone/>
            </a:pPr>
            <a:r>
              <a:rPr lang="en-US" sz="1400">
                <a:ea typeface="+mn-lt"/>
                <a:cs typeface="+mn-lt"/>
              </a:rPr>
              <a:t>Validated Automation Package</a:t>
            </a:r>
            <a:endParaRPr lang="en-US">
              <a:ea typeface="+mn-lt"/>
              <a:cs typeface="+mn-lt"/>
            </a:endParaRP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586860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161AB-B809-A70F-C2C2-D5E5404D6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Inputs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0B232-6C5A-1B23-AA17-4D30A0191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Primary Input: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Validated Feature Package</a:t>
            </a:r>
            <a:endParaRPr lang="en-US" sz="1800"/>
          </a:p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Produced by: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Feature Engineering Layer</a:t>
            </a:r>
          </a:p>
          <a:p>
            <a:pPr marL="0" indent="0">
              <a:buNone/>
            </a:pPr>
            <a:endParaRPr lang="en-US" sz="18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800" dirty="0">
                <a:ea typeface="+mn-lt"/>
                <a:cs typeface="+mn-lt"/>
              </a:rPr>
              <a:t>Contains:</a:t>
            </a:r>
            <a:endParaRPr lang="en-US" sz="1800" dirty="0"/>
          </a:p>
          <a:p>
            <a:pPr>
              <a:buNone/>
            </a:pPr>
            <a:r>
              <a:rPr lang="en-US" sz="1800">
                <a:latin typeface="Consolas"/>
              </a:rPr>
              <a:t>  Feature Files</a:t>
            </a:r>
            <a:br>
              <a:rPr lang="en-US" sz="1800" dirty="0">
                <a:latin typeface="Consolas"/>
              </a:rPr>
            </a:br>
            <a:r>
              <a:rPr lang="en-US" sz="1800">
                <a:latin typeface="Consolas"/>
              </a:rPr>
              <a:t>Governance Reports</a:t>
            </a:r>
            <a:br>
              <a:rPr lang="en-US" sz="1800" dirty="0">
                <a:latin typeface="Consolas"/>
              </a:rPr>
            </a:br>
            <a:r>
              <a:rPr lang="en-US" sz="1800">
                <a:latin typeface="Consolas"/>
              </a:rPr>
              <a:t>Traceability Reports</a:t>
            </a:r>
            <a:br>
              <a:rPr lang="en-US" sz="1800" dirty="0">
                <a:latin typeface="Consolas"/>
              </a:rPr>
            </a:br>
            <a:r>
              <a:rPr lang="en-US" sz="1800">
                <a:latin typeface="Consolas"/>
              </a:rPr>
              <a:t>CP2 Validation Report</a:t>
            </a:r>
            <a:endParaRPr lang="en-US"/>
          </a:p>
          <a:p>
            <a:pPr marL="0" indent="0">
              <a:buNone/>
            </a:pPr>
            <a:endParaRPr lang="en-US" sz="1800" dirty="0">
              <a:latin typeface="Consolas"/>
            </a:endParaRP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322801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11E30-58FA-BADE-5B23-055389D11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Outputs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BFFA7-2192-9287-425C-5BCE1BCB7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32500" lnSpcReduction="20000"/>
          </a:bodyPr>
          <a:lstStyle/>
          <a:p>
            <a:pPr marL="0" indent="0">
              <a:buNone/>
            </a:pPr>
            <a:r>
              <a:rPr lang="en-US"/>
              <a:t>Work Product 1</a:t>
            </a:r>
          </a:p>
          <a:p>
            <a:r>
              <a:rPr lang="en-US" dirty="0">
                <a:ea typeface="+mn-lt"/>
                <a:cs typeface="+mn-lt"/>
              </a:rPr>
              <a:t>Step </a:t>
            </a:r>
            <a:r>
              <a:rPr lang="en-US">
                <a:ea typeface="+mn-lt"/>
                <a:cs typeface="+mn-lt"/>
              </a:rPr>
              <a:t>Definitions</a:t>
            </a:r>
            <a:br>
              <a:rPr lang="en-US" dirty="0"/>
            </a:br>
            <a:endParaRPr lang="en-US"/>
          </a:p>
          <a:p>
            <a:pPr marL="0" indent="0">
              <a:buNone/>
            </a:pPr>
            <a:r>
              <a:rPr lang="en-US"/>
              <a:t>Work Product 2</a:t>
            </a:r>
          </a:p>
          <a:p>
            <a:r>
              <a:rPr lang="en-US">
                <a:ea typeface="+mn-lt"/>
                <a:cs typeface="+mn-lt"/>
              </a:rPr>
              <a:t>Page Objects</a:t>
            </a:r>
            <a:endParaRPr lang="en-US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/>
              <a:t>Work Product 3</a:t>
            </a:r>
          </a:p>
          <a:p>
            <a:r>
              <a:rPr lang="en-US">
                <a:ea typeface="+mn-lt"/>
                <a:cs typeface="+mn-lt"/>
              </a:rPr>
              <a:t>Automation Scripts</a:t>
            </a:r>
            <a:endParaRPr lang="en-US"/>
          </a:p>
          <a:p>
            <a:pPr marL="0" indent="0">
              <a:buNone/>
            </a:pPr>
            <a:endParaRPr lang="en-US" dirty="0"/>
          </a:p>
          <a:p>
            <a:pPr>
              <a:buNone/>
            </a:pPr>
            <a:r>
              <a:rPr lang="en-US"/>
              <a:t>Work Product 4</a:t>
            </a:r>
          </a:p>
          <a:p>
            <a:r>
              <a:rPr lang="en-US">
                <a:latin typeface="Consolas"/>
              </a:rPr>
              <a:t>A</a:t>
            </a:r>
            <a:r>
              <a:rPr lang="en-US">
                <a:ea typeface="+mn-lt"/>
                <a:cs typeface="+mn-lt"/>
              </a:rPr>
              <a:t>utomation Coverage Report</a:t>
            </a:r>
            <a:endParaRPr lang="en-US"/>
          </a:p>
          <a:p>
            <a:endParaRPr lang="en-US" dirty="0"/>
          </a:p>
          <a:p>
            <a:pPr>
              <a:buNone/>
            </a:pPr>
            <a:r>
              <a:rPr lang="en-US"/>
              <a:t>Work Product 5</a:t>
            </a:r>
          </a:p>
          <a:p>
            <a:r>
              <a:rPr lang="en-US">
                <a:ea typeface="+mn-lt"/>
                <a:cs typeface="+mn-lt"/>
              </a:rPr>
              <a:t>CP3 Validation Report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/>
              <a:t>Work Product 6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CP4 Validation Report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/>
              <a:t>Final Output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Validated Automation Package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444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ED37C-7AFA-9570-B067-D276C6453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High Level Flow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6CA17B-9764-1CF7-1830-8F1586DBEE65}"/>
              </a:ext>
            </a:extLst>
          </p:cNvPr>
          <p:cNvSpPr/>
          <p:nvPr/>
        </p:nvSpPr>
        <p:spPr>
          <a:xfrm>
            <a:off x="1023937" y="1672093"/>
            <a:ext cx="1565589" cy="10841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ea typeface="+mn-lt"/>
                <a:cs typeface="+mn-lt"/>
              </a:rPr>
              <a:t>Validated Feature Package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7C99C8-A486-0439-8F0A-458B6CAC11EB}"/>
              </a:ext>
            </a:extLst>
          </p:cNvPr>
          <p:cNvSpPr/>
          <p:nvPr/>
        </p:nvSpPr>
        <p:spPr>
          <a:xfrm>
            <a:off x="2944594" y="1666873"/>
            <a:ext cx="1680410" cy="10841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ea typeface="+mn-lt"/>
                <a:cs typeface="+mn-lt"/>
              </a:rPr>
              <a:t>Automation Reuse Engine</a:t>
            </a:r>
            <a:endParaRPr lang="en-US"/>
          </a:p>
          <a:p>
            <a:pPr algn="ctr"/>
            <a:r>
              <a:rPr lang="en-US" sz="1600">
                <a:ea typeface="+mn-lt"/>
                <a:cs typeface="+mn-lt"/>
              </a:rPr>
              <a:t>(Search Existing Assets)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67A3CF-CB53-8DAB-5B8D-C125F44A8F03}"/>
              </a:ext>
            </a:extLst>
          </p:cNvPr>
          <p:cNvSpPr/>
          <p:nvPr/>
        </p:nvSpPr>
        <p:spPr>
          <a:xfrm>
            <a:off x="5131429" y="1666872"/>
            <a:ext cx="1560369" cy="10945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ea typeface="+mn-lt"/>
                <a:cs typeface="+mn-lt"/>
              </a:rPr>
              <a:t>Automation Generation Engine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1882DD-5574-569C-D91B-7E9C8FA8579A}"/>
              </a:ext>
            </a:extLst>
          </p:cNvPr>
          <p:cNvSpPr/>
          <p:nvPr/>
        </p:nvSpPr>
        <p:spPr>
          <a:xfrm>
            <a:off x="7156471" y="1666871"/>
            <a:ext cx="1920492" cy="10789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ea typeface="+mn-lt"/>
                <a:cs typeface="+mn-lt"/>
              </a:rPr>
              <a:t>Step Definitions</a:t>
            </a:r>
            <a:endParaRPr lang="en-US"/>
          </a:p>
          <a:p>
            <a:pPr algn="ctr"/>
            <a:r>
              <a:rPr lang="en-US" sz="1600">
                <a:ea typeface="+mn-lt"/>
                <a:cs typeface="+mn-lt"/>
              </a:rPr>
              <a:t>Page Objects</a:t>
            </a:r>
            <a:endParaRPr lang="en-US"/>
          </a:p>
          <a:p>
            <a:pPr algn="ctr"/>
            <a:r>
              <a:rPr lang="en-US" sz="1600">
                <a:ea typeface="+mn-lt"/>
                <a:cs typeface="+mn-lt"/>
              </a:rPr>
              <a:t>Tests</a:t>
            </a:r>
            <a:endParaRPr lang="en-US"/>
          </a:p>
          <a:p>
            <a:pPr algn="ctr"/>
            <a:r>
              <a:rPr lang="en-US" sz="1600">
                <a:ea typeface="+mn-lt"/>
                <a:cs typeface="+mn-lt"/>
              </a:rPr>
              <a:t>Utilities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7F2221-6128-67EA-3E30-7E13BBB092D1}"/>
              </a:ext>
            </a:extLst>
          </p:cNvPr>
          <p:cNvSpPr/>
          <p:nvPr/>
        </p:nvSpPr>
        <p:spPr>
          <a:xfrm>
            <a:off x="7151250" y="3952871"/>
            <a:ext cx="1925711" cy="11780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ea typeface="+mn-lt"/>
                <a:cs typeface="+mn-lt"/>
              </a:rPr>
              <a:t>CP3 Validation</a:t>
            </a:r>
            <a:endParaRPr lang="en-US"/>
          </a:p>
          <a:p>
            <a:pPr algn="ctr"/>
            <a:r>
              <a:rPr lang="en-US" sz="1600">
                <a:ea typeface="+mn-lt"/>
                <a:cs typeface="+mn-lt"/>
              </a:rPr>
              <a:t>(Coverage &amp; Reuse)</a:t>
            </a: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A76957D-B7AD-4196-3B75-644F1387EB3B}"/>
              </a:ext>
            </a:extLst>
          </p:cNvPr>
          <p:cNvSpPr/>
          <p:nvPr/>
        </p:nvSpPr>
        <p:spPr>
          <a:xfrm>
            <a:off x="1018716" y="3937214"/>
            <a:ext cx="1455986" cy="11937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ea typeface="+mn-lt"/>
                <a:cs typeface="+mn-lt"/>
              </a:rPr>
              <a:t>Validated Automation Package</a:t>
            </a: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199168-7D25-279D-8ADA-E06BFE653BFC}"/>
              </a:ext>
            </a:extLst>
          </p:cNvPr>
          <p:cNvSpPr/>
          <p:nvPr/>
        </p:nvSpPr>
        <p:spPr>
          <a:xfrm>
            <a:off x="2944592" y="3942432"/>
            <a:ext cx="1696067" cy="11780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ea typeface="+mn-lt"/>
                <a:cs typeface="+mn-lt"/>
              </a:rPr>
              <a:t>SonarQube Governance</a:t>
            </a: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5361FFD-8D98-47EB-0F74-E6F510DB1593}"/>
              </a:ext>
            </a:extLst>
          </p:cNvPr>
          <p:cNvSpPr/>
          <p:nvPr/>
        </p:nvSpPr>
        <p:spPr>
          <a:xfrm>
            <a:off x="5126206" y="3958089"/>
            <a:ext cx="1570808" cy="11728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ea typeface="+mn-lt"/>
                <a:cs typeface="+mn-lt"/>
              </a:rPr>
              <a:t>CP4 Validation</a:t>
            </a:r>
            <a:endParaRPr lang="en-US"/>
          </a:p>
          <a:p>
            <a:pPr algn="ctr"/>
            <a:r>
              <a:rPr lang="en-US" sz="1600">
                <a:ea typeface="+mn-lt"/>
                <a:cs typeface="+mn-lt"/>
              </a:rPr>
              <a:t>(Locator Health)</a:t>
            </a:r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6488F765-FE18-388A-CC22-C00B76A7F65D}"/>
              </a:ext>
            </a:extLst>
          </p:cNvPr>
          <p:cNvSpPr/>
          <p:nvPr/>
        </p:nvSpPr>
        <p:spPr>
          <a:xfrm>
            <a:off x="2559843" y="1964531"/>
            <a:ext cx="381000" cy="1309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689FED06-0611-9B4D-03EE-A6CC7BCCFBC1}"/>
              </a:ext>
            </a:extLst>
          </p:cNvPr>
          <p:cNvSpPr/>
          <p:nvPr/>
        </p:nvSpPr>
        <p:spPr>
          <a:xfrm>
            <a:off x="4626637" y="1969749"/>
            <a:ext cx="495821" cy="1309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23386491-EF98-5308-B55D-974E6E1CFBE7}"/>
              </a:ext>
            </a:extLst>
          </p:cNvPr>
          <p:cNvSpPr/>
          <p:nvPr/>
        </p:nvSpPr>
        <p:spPr>
          <a:xfrm>
            <a:off x="6693430" y="1964528"/>
            <a:ext cx="459287" cy="1466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D7E3F246-6186-3106-27BC-74E0B8417360}"/>
              </a:ext>
            </a:extLst>
          </p:cNvPr>
          <p:cNvSpPr/>
          <p:nvPr/>
        </p:nvSpPr>
        <p:spPr>
          <a:xfrm rot="10800000">
            <a:off x="2481552" y="4307938"/>
            <a:ext cx="459287" cy="1466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BA78D0E7-6E7C-E398-4D1B-ADFFF5058407}"/>
              </a:ext>
            </a:extLst>
          </p:cNvPr>
          <p:cNvSpPr/>
          <p:nvPr/>
        </p:nvSpPr>
        <p:spPr>
          <a:xfrm rot="10800000">
            <a:off x="6693429" y="4323595"/>
            <a:ext cx="459287" cy="1466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CE970E82-0366-7BA0-5B3B-7EB65F3EB529}"/>
              </a:ext>
            </a:extLst>
          </p:cNvPr>
          <p:cNvSpPr/>
          <p:nvPr/>
        </p:nvSpPr>
        <p:spPr>
          <a:xfrm rot="10800000">
            <a:off x="4647510" y="4323594"/>
            <a:ext cx="459287" cy="1466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5A18A432-7DD3-1E3E-BB02-91358F17E018}"/>
              </a:ext>
            </a:extLst>
          </p:cNvPr>
          <p:cNvSpPr/>
          <p:nvPr/>
        </p:nvSpPr>
        <p:spPr>
          <a:xfrm>
            <a:off x="8027095" y="2750995"/>
            <a:ext cx="178593" cy="12097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136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6F3E9-C6E2-6A8B-A44D-4C5A93644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Key Design Principle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E228B-D27A-2C80-036D-611D28866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Reuse First, Generate Later</a:t>
            </a:r>
            <a:endParaRPr lang="en-US"/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The biggest mistake many AI automation platforms make: Generate Everything</a:t>
            </a:r>
            <a:endParaRPr lang="en-US"/>
          </a:p>
          <a:p>
            <a:pPr>
              <a:buNone/>
            </a:pPr>
            <a:r>
              <a:rPr lang="en-US" sz="2000" dirty="0">
                <a:ea typeface="+mn-lt"/>
                <a:cs typeface="+mn-lt"/>
              </a:rPr>
              <a:t>The </a:t>
            </a:r>
            <a:r>
              <a:rPr lang="en-US" sz="2000" dirty="0" err="1">
                <a:ea typeface="+mn-lt"/>
                <a:cs typeface="+mn-lt"/>
              </a:rPr>
              <a:t>architec</a:t>
            </a:r>
            <a:r>
              <a:rPr lang="en-US" sz="2000">
                <a:ea typeface="+mn-lt"/>
                <a:cs typeface="+mn-lt"/>
              </a:rPr>
              <a:t>ture should,</a:t>
            </a:r>
            <a:endParaRPr lang="en-US"/>
          </a:p>
          <a:p>
            <a:pPr>
              <a:buNone/>
            </a:pPr>
            <a:r>
              <a:rPr lang="en-US" sz="2000" dirty="0">
                <a:latin typeface="Consolas"/>
              </a:rPr>
              <a:t>         </a:t>
            </a:r>
            <a:br>
              <a:rPr lang="en-US" sz="2000" dirty="0">
                <a:latin typeface="Consolas"/>
              </a:rPr>
            </a:br>
            <a:br>
              <a:rPr lang="en-US" sz="2000" dirty="0">
                <a:latin typeface="Consolas"/>
              </a:rPr>
            </a:br>
            <a:endParaRPr lang="en-US" sz="2000" dirty="0">
              <a:latin typeface="Consolas"/>
            </a:endParaRPr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This is a major differentiator from generic AI test generation solutions.</a:t>
            </a:r>
            <a:endParaRPr lang="en-US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F235D4-6503-CBCE-86D1-4D3F05A8A34B}"/>
              </a:ext>
            </a:extLst>
          </p:cNvPr>
          <p:cNvSpPr/>
          <p:nvPr/>
        </p:nvSpPr>
        <p:spPr>
          <a:xfrm>
            <a:off x="1186873" y="3180273"/>
            <a:ext cx="2516132" cy="484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+mn-lt"/>
                <a:cs typeface="+mn-lt"/>
              </a:rPr>
              <a:t>Search Existing Assets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8E0DC2-80D8-CC29-2EE5-05175083085D}"/>
              </a:ext>
            </a:extLst>
          </p:cNvPr>
          <p:cNvSpPr/>
          <p:nvPr/>
        </p:nvSpPr>
        <p:spPr>
          <a:xfrm>
            <a:off x="4344475" y="3190711"/>
            <a:ext cx="1498393" cy="4739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>
                <a:solidFill>
                  <a:schemeClr val="bg1"/>
                </a:solidFill>
                <a:latin typeface="Aptos"/>
              </a:rPr>
              <a:t>Reuse</a:t>
            </a:r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BD6987F-A384-3F1B-FD12-C2697F447C05}"/>
              </a:ext>
            </a:extLst>
          </p:cNvPr>
          <p:cNvCxnSpPr/>
          <p:nvPr/>
        </p:nvCxnSpPr>
        <p:spPr>
          <a:xfrm flipV="1">
            <a:off x="3706757" y="3410406"/>
            <a:ext cx="640491" cy="37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84343089-D45D-6672-19A6-D969318CE285}"/>
              </a:ext>
            </a:extLst>
          </p:cNvPr>
          <p:cNvSpPr/>
          <p:nvPr/>
        </p:nvSpPr>
        <p:spPr>
          <a:xfrm>
            <a:off x="6499995" y="3195929"/>
            <a:ext cx="3873119" cy="4739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>
                <a:solidFill>
                  <a:schemeClr val="bg1"/>
                </a:solidFill>
                <a:ea typeface="+mn-lt"/>
                <a:cs typeface="+mn-lt"/>
              </a:rPr>
              <a:t>Generate Only Missing Assets</a:t>
            </a:r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56C3A56-6FF7-E76C-6605-7BA70C39E367}"/>
              </a:ext>
            </a:extLst>
          </p:cNvPr>
          <p:cNvCxnSpPr>
            <a:cxnSpLocks/>
          </p:cNvCxnSpPr>
          <p:nvPr/>
        </p:nvCxnSpPr>
        <p:spPr>
          <a:xfrm flipV="1">
            <a:off x="5862277" y="3415624"/>
            <a:ext cx="640491" cy="37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3865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214A3-6076-720F-90C3-862FD1DA2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Components</a:t>
            </a:r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74C15FA-190A-6ADA-B31C-37FC9C0834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8946477"/>
              </p:ext>
            </p:extLst>
          </p:nvPr>
        </p:nvGraphicFramePr>
        <p:xfrm>
          <a:off x="838200" y="1575104"/>
          <a:ext cx="10515600" cy="51206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03171116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8022226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Purpose</a:t>
                      </a:r>
                      <a:endParaRPr lang="en-US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9981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Automation Asset Catalog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Inventory of reusable assets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8930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Reuse Discovery Engine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Searches existing assets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099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Copilot Prompt Registry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Stores approved generation prompts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4043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Step Definition Generator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Generates missing steps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0996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Page Object Generator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Generates page classes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9825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Test Generator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Generates automation scripts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01418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Utility Generator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Generates helper classes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9692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Coverage Analyzer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Measures feature-to-code coverage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36608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Locator Validator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Validates generated locators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7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CP3 Validation Engine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Coverage &amp; reuse validation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5580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CP4 Validation Engine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Locator health validation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029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SonarQube Adapter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Code quality governance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0939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Automation Package Builder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Creates deployable automation package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3431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5280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B7971-1E7C-6131-EB60-1E742F183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Automation Asset Catalog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DCFDA-7EE2-55CD-7FA9-4B90E385B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Maintain inventory of reusable assets.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Example:</a:t>
            </a:r>
            <a:endParaRPr lang="en-US"/>
          </a:p>
          <a:p>
            <a:pPr>
              <a:buNone/>
            </a:pPr>
            <a:r>
              <a:rPr lang="en-US" dirty="0">
                <a:latin typeface="Consolas"/>
              </a:rPr>
              <a:t>{</a:t>
            </a:r>
            <a:br>
              <a:rPr lang="en-US" dirty="0">
                <a:latin typeface="Consolas"/>
              </a:rPr>
            </a:br>
            <a:r>
              <a:rPr lang="en-US" dirty="0">
                <a:latin typeface="Consolas"/>
              </a:rPr>
              <a:t>  "</a:t>
            </a:r>
            <a:r>
              <a:rPr lang="en-US" dirty="0" err="1">
                <a:latin typeface="Consolas"/>
              </a:rPr>
              <a:t>stepDefinitions</a:t>
            </a:r>
            <a:r>
              <a:rPr lang="en-US" dirty="0">
                <a:latin typeface="Consolas"/>
              </a:rPr>
              <a:t>": [</a:t>
            </a:r>
            <a:br>
              <a:rPr lang="en-US" dirty="0">
                <a:latin typeface="Consolas"/>
              </a:rPr>
            </a:br>
            <a:r>
              <a:rPr lang="en-US" dirty="0">
                <a:latin typeface="Consolas"/>
              </a:rPr>
              <a:t>    {</a:t>
            </a:r>
            <a:br>
              <a:rPr lang="en-US" dirty="0">
                <a:latin typeface="Consolas"/>
              </a:rPr>
            </a:br>
            <a:r>
              <a:rPr lang="en-US" dirty="0">
                <a:latin typeface="Consolas"/>
              </a:rPr>
              <a:t>      "name": "</a:t>
            </a:r>
            <a:r>
              <a:rPr lang="en-US" dirty="0" err="1">
                <a:latin typeface="Consolas"/>
              </a:rPr>
              <a:t>LoginSteps</a:t>
            </a:r>
            <a:r>
              <a:rPr lang="en-US" dirty="0">
                <a:latin typeface="Consolas"/>
              </a:rPr>
              <a:t>",</a:t>
            </a:r>
            <a:br>
              <a:rPr lang="en-US" dirty="0">
                <a:latin typeface="Consolas"/>
              </a:rPr>
            </a:br>
            <a:r>
              <a:rPr lang="en-US" dirty="0">
                <a:latin typeface="Consolas"/>
              </a:rPr>
              <a:t>      "</a:t>
            </a:r>
            <a:r>
              <a:rPr lang="en-US" dirty="0" err="1">
                <a:latin typeface="Consolas"/>
              </a:rPr>
              <a:t>supportedActions</a:t>
            </a:r>
            <a:r>
              <a:rPr lang="en-US" dirty="0">
                <a:latin typeface="Consolas"/>
              </a:rPr>
              <a:t>": [</a:t>
            </a:r>
            <a:br>
              <a:rPr lang="en-US" dirty="0">
                <a:latin typeface="Consolas"/>
              </a:rPr>
            </a:br>
            <a:r>
              <a:rPr lang="en-US" dirty="0">
                <a:latin typeface="Consolas"/>
              </a:rPr>
              <a:t>        "login",</a:t>
            </a:r>
            <a:br>
              <a:rPr lang="en-US" dirty="0">
                <a:latin typeface="Consolas"/>
              </a:rPr>
            </a:br>
            <a:r>
              <a:rPr lang="en-US" dirty="0">
                <a:latin typeface="Consolas"/>
              </a:rPr>
              <a:t>        "logout",</a:t>
            </a:r>
            <a:br>
              <a:rPr lang="en-US" dirty="0">
                <a:latin typeface="Consolas"/>
              </a:rPr>
            </a:br>
            <a:r>
              <a:rPr lang="en-US" dirty="0">
                <a:latin typeface="Consolas"/>
              </a:rPr>
              <a:t>        "authentication"</a:t>
            </a:r>
            <a:br>
              <a:rPr lang="en-US" dirty="0">
                <a:latin typeface="Consolas"/>
              </a:rPr>
            </a:br>
            <a:r>
              <a:rPr lang="en-US" dirty="0">
                <a:latin typeface="Consolas"/>
              </a:rPr>
              <a:t>      ]</a:t>
            </a:r>
            <a:br>
              <a:rPr lang="en-US" dirty="0">
                <a:latin typeface="Consolas"/>
              </a:rPr>
            </a:br>
            <a:r>
              <a:rPr lang="en-US" dirty="0">
                <a:latin typeface="Consolas"/>
              </a:rPr>
              <a:t>    }</a:t>
            </a:r>
            <a:br>
              <a:rPr lang="en-US" dirty="0">
                <a:latin typeface="Consolas"/>
              </a:rPr>
            </a:br>
            <a:r>
              <a:rPr lang="en-US" dirty="0">
                <a:latin typeface="Consolas"/>
              </a:rPr>
              <a:t>  ]</a:t>
            </a:r>
            <a:br>
              <a:rPr lang="en-US" dirty="0">
                <a:latin typeface="Consolas"/>
              </a:rPr>
            </a:br>
            <a:r>
              <a:rPr lang="en-US" dirty="0">
                <a:latin typeface="Consolas"/>
              </a:rPr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7215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CA737-DA9E-3EA7-2DE1-5A1C27C78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Reuse Discovery Engine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46C37-C865-EABC-78A3-C2B816164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88757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400">
                <a:ea typeface="+mn-lt"/>
                <a:cs typeface="+mn-lt"/>
              </a:rPr>
              <a:t>Input</a:t>
            </a:r>
            <a:r>
              <a:rPr lang="en-US" sz="2400" dirty="0">
                <a:ea typeface="+mn-lt"/>
                <a:cs typeface="+mn-lt"/>
              </a:rPr>
              <a:t>:</a:t>
            </a:r>
            <a:endParaRPr lang="en-US" sz="2400" dirty="0"/>
          </a:p>
          <a:p>
            <a:pPr>
              <a:buNone/>
            </a:pPr>
            <a:r>
              <a:rPr lang="en-US" sz="2400">
                <a:latin typeface="Consolas"/>
              </a:rPr>
              <a:t>When user logs in</a:t>
            </a:r>
            <a:endParaRPr lang="en-US" sz="2400"/>
          </a:p>
          <a:p>
            <a:pPr>
              <a:buNone/>
            </a:pPr>
            <a:endParaRPr lang="en-US" sz="2400" dirty="0">
              <a:latin typeface="Consolas"/>
              <a:ea typeface="+mn-lt"/>
              <a:cs typeface="+mn-lt"/>
            </a:endParaRPr>
          </a:p>
          <a:p>
            <a:pPr>
              <a:buNone/>
            </a:pPr>
            <a:r>
              <a:rPr lang="en-US" sz="2400">
                <a:ea typeface="+mn-lt"/>
                <a:cs typeface="+mn-lt"/>
              </a:rPr>
              <a:t>Searches:</a:t>
            </a:r>
            <a:endParaRPr lang="en-US" sz="2400"/>
          </a:p>
          <a:p>
            <a:pPr>
              <a:buNone/>
            </a:pPr>
            <a:r>
              <a:rPr lang="en-US" sz="2400">
                <a:latin typeface="Consolas"/>
              </a:rPr>
              <a:t> Existing Step Definitions</a:t>
            </a:r>
            <a:endParaRPr lang="en-US" sz="2400" dirty="0">
              <a:latin typeface="Aptos" panose="020B0004020202020204"/>
            </a:endParaRPr>
          </a:p>
          <a:p>
            <a:pPr>
              <a:buNone/>
            </a:pPr>
            <a:r>
              <a:rPr lang="en-US" sz="2400">
                <a:latin typeface="Consolas"/>
              </a:rPr>
              <a:t> Existing Pages</a:t>
            </a:r>
            <a:endParaRPr lang="en-US" sz="2400">
              <a:latin typeface="Aptos" panose="020B0004020202020204"/>
            </a:endParaRPr>
          </a:p>
          <a:p>
            <a:pPr>
              <a:buNone/>
            </a:pPr>
            <a:r>
              <a:rPr lang="en-US" sz="2400">
                <a:latin typeface="Consolas"/>
              </a:rPr>
              <a:t>Existing Utilities</a:t>
            </a:r>
            <a:endParaRPr lang="en-US" sz="2400"/>
          </a:p>
          <a:p>
            <a:pPr>
              <a:buNone/>
            </a:pPr>
            <a:endParaRPr lang="en-US" sz="240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768C48C-6142-F4B0-5377-1D634A1FB0EC}"/>
              </a:ext>
            </a:extLst>
          </p:cNvPr>
          <p:cNvSpPr txBox="1">
            <a:spLocks/>
          </p:cNvSpPr>
          <p:nvPr/>
        </p:nvSpPr>
        <p:spPr>
          <a:xfrm>
            <a:off x="6741319" y="1823244"/>
            <a:ext cx="5288757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600"/>
              <a:t>Output:</a:t>
            </a:r>
          </a:p>
          <a:p>
            <a:pPr>
              <a:buNone/>
            </a:pPr>
            <a:r>
              <a:rPr lang="en-US" sz="2600" dirty="0">
                <a:latin typeface="Consolas"/>
              </a:rPr>
              <a:t>{</a:t>
            </a:r>
            <a:br>
              <a:rPr lang="en-US" sz="2600" dirty="0">
                <a:latin typeface="Consolas"/>
              </a:rPr>
            </a:br>
            <a:r>
              <a:rPr lang="en-US" sz="2600" dirty="0">
                <a:latin typeface="Consolas"/>
              </a:rPr>
              <a:t> "</a:t>
            </a:r>
            <a:r>
              <a:rPr lang="en-US" sz="2600" dirty="0" err="1">
                <a:latin typeface="Consolas"/>
              </a:rPr>
              <a:t>matchFound</a:t>
            </a:r>
            <a:r>
              <a:rPr lang="en-US" sz="2600" dirty="0">
                <a:latin typeface="Consolas"/>
                <a:ea typeface="+mn-lt"/>
                <a:cs typeface="+mn-lt"/>
              </a:rPr>
              <a:t>": true,</a:t>
            </a:r>
            <a:br>
              <a:rPr lang="en-US" sz="2600" dirty="0">
                <a:latin typeface="Consolas"/>
                <a:ea typeface="+mn-lt"/>
                <a:cs typeface="+mn-lt"/>
              </a:rPr>
            </a:br>
            <a:r>
              <a:rPr lang="en-US" sz="2600" dirty="0">
                <a:latin typeface="Consolas"/>
                <a:ea typeface="+mn-lt"/>
                <a:cs typeface="+mn-lt"/>
              </a:rPr>
              <a:t> "asset": "</a:t>
            </a:r>
            <a:r>
              <a:rPr lang="en-US" sz="2600" dirty="0" err="1">
                <a:latin typeface="Consolas"/>
                <a:ea typeface="+mn-lt"/>
                <a:cs typeface="+mn-lt"/>
              </a:rPr>
              <a:t>LoginSteps</a:t>
            </a:r>
            <a:r>
              <a:rPr lang="en-US" sz="2600" dirty="0">
                <a:latin typeface="Consolas"/>
                <a:ea typeface="+mn-lt"/>
                <a:cs typeface="+mn-lt"/>
              </a:rPr>
              <a:t>"</a:t>
            </a:r>
            <a:br>
              <a:rPr lang="en-US" sz="2600" dirty="0">
                <a:latin typeface="Consolas"/>
                <a:ea typeface="+mn-lt"/>
                <a:cs typeface="+mn-lt"/>
              </a:rPr>
            </a:br>
            <a:r>
              <a:rPr lang="en-US" sz="2600" dirty="0">
                <a:latin typeface="Consolas"/>
              </a:rPr>
              <a:t>}</a:t>
            </a:r>
          </a:p>
          <a:p>
            <a:pPr>
              <a:buNone/>
            </a:pPr>
            <a:endParaRPr lang="en-US" sz="2600" dirty="0">
              <a:latin typeface="Aptos"/>
            </a:endParaRPr>
          </a:p>
          <a:p>
            <a:pPr>
              <a:buFont typeface="Arial" panose="020B0604020202020204" pitchFamily="34" charset="0"/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641395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7513A-78F2-3744-EB04-AF36D2670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Copilot Prompt Registry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90425-7797-EADB-83D3-D68A007DA1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430789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en-US" sz="3200">
                <a:latin typeface="Aptos Display"/>
                <a:ea typeface="+mn-lt"/>
                <a:cs typeface="+mn-lt"/>
              </a:rPr>
              <a:t>Reuse</a:t>
            </a:r>
            <a:r>
              <a:rPr lang="en-US" sz="3200">
                <a:latin typeface="Aptos Display"/>
              </a:rPr>
              <a:t> existing POC prompts.</a:t>
            </a:r>
          </a:p>
          <a:p>
            <a:pPr marL="0" indent="0">
              <a:spcBef>
                <a:spcPct val="0"/>
              </a:spcBef>
              <a:buNone/>
            </a:pPr>
            <a:endParaRPr lang="en-US" sz="3200" dirty="0">
              <a:latin typeface="Aptos Display"/>
            </a:endParaRPr>
          </a:p>
          <a:p>
            <a:pPr>
              <a:buNone/>
            </a:pPr>
            <a:r>
              <a:rPr lang="en-US" sz="3200">
                <a:ea typeface="+mn-lt"/>
                <a:cs typeface="+mn-lt"/>
              </a:rPr>
              <a:t>Examples:</a:t>
            </a:r>
            <a:endParaRPr lang="en-US" sz="1800"/>
          </a:p>
          <a:p>
            <a:pPr>
              <a:buNone/>
            </a:pPr>
            <a:r>
              <a:rPr lang="en-US" sz="3200">
                <a:latin typeface="Consolas"/>
              </a:rPr>
              <a:t> Generate Step Definitions</a:t>
            </a:r>
            <a:br>
              <a:rPr lang="en-US" sz="3200" dirty="0">
                <a:latin typeface="Consolas"/>
              </a:rPr>
            </a:br>
            <a:r>
              <a:rPr lang="en-US" sz="3200">
                <a:latin typeface="Consolas"/>
              </a:rPr>
              <a:t>Generate Page Objects</a:t>
            </a:r>
            <a:br>
              <a:rPr lang="en-US" sz="3200" dirty="0">
                <a:latin typeface="Consolas"/>
              </a:rPr>
            </a:br>
            <a:r>
              <a:rPr lang="en-US" sz="3200">
                <a:latin typeface="Consolas"/>
              </a:rPr>
              <a:t>Generate Selenium Test</a:t>
            </a:r>
            <a:br>
              <a:rPr lang="en-US" sz="3200" dirty="0">
                <a:latin typeface="Consolas"/>
              </a:rPr>
            </a:br>
            <a:r>
              <a:rPr lang="en-US" sz="3200">
                <a:latin typeface="Consolas"/>
              </a:rPr>
              <a:t>Generate Utility Methods</a:t>
            </a:r>
            <a:endParaRPr lang="en-US" sz="1800"/>
          </a:p>
          <a:p>
            <a:pPr>
              <a:buNone/>
            </a:pPr>
            <a:endParaRPr lang="en-US" sz="3200" dirty="0">
              <a:latin typeface="Consolas"/>
              <a:ea typeface="+mn-lt"/>
              <a:cs typeface="+mn-lt"/>
            </a:endParaRPr>
          </a:p>
          <a:p>
            <a:pPr>
              <a:buNone/>
            </a:pPr>
            <a:r>
              <a:rPr lang="en-US" sz="3200">
                <a:ea typeface="+mn-lt"/>
                <a:cs typeface="+mn-lt"/>
              </a:rPr>
              <a:t>These become governed enterprise prompts.</a:t>
            </a:r>
            <a:endParaRPr lang="en-US" sz="1800"/>
          </a:p>
          <a:p>
            <a:pPr marL="0" indent="0">
              <a:spcBef>
                <a:spcPct val="0"/>
              </a:spcBef>
              <a:buNone/>
            </a:pPr>
            <a:endParaRPr lang="en-US" sz="3200" dirty="0">
              <a:latin typeface="Aptos Display"/>
            </a:endParaRPr>
          </a:p>
          <a:p>
            <a:pPr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84332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572F-3992-5C64-68E3-BD7F50FAA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Step Definition Generator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E155C-AB87-090C-E8FA-DC665638A8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Input:</a:t>
            </a:r>
            <a:endParaRPr lang="en-US"/>
          </a:p>
          <a:p>
            <a:pPr>
              <a:buNone/>
            </a:pPr>
            <a:r>
              <a:rPr lang="en-US" dirty="0">
                <a:latin typeface="Consolas"/>
              </a:rPr>
              <a:t> </a:t>
            </a:r>
            <a:r>
              <a:rPr lang="en-US" dirty="0">
                <a:ea typeface="+mn-lt"/>
                <a:cs typeface="+mn-lt"/>
              </a:rPr>
              <a:t>When user submits valid credentials</a:t>
            </a:r>
            <a:endParaRPr lang="en-US" dirty="0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Output:</a:t>
            </a:r>
            <a:endParaRPr lang="en-US"/>
          </a:p>
          <a:p>
            <a:pPr>
              <a:buNone/>
            </a:pPr>
            <a:r>
              <a:rPr lang="en-US">
                <a:latin typeface="Consolas"/>
              </a:rPr>
              <a:t> @When("user submits valid credentials")</a:t>
            </a:r>
            <a:br>
              <a:rPr lang="en-US" dirty="0">
                <a:latin typeface="Consolas"/>
              </a:rPr>
            </a:br>
            <a:r>
              <a:rPr lang="en-US">
                <a:latin typeface="Consolas"/>
              </a:rPr>
              <a:t>public void submitCredentials() {</a:t>
            </a:r>
            <a:br>
              <a:rPr lang="en-US" dirty="0">
                <a:latin typeface="Consolas"/>
              </a:rPr>
            </a:br>
            <a:r>
              <a:rPr lang="en-US">
                <a:latin typeface="Consolas"/>
              </a:rPr>
              <a:t>    loginPage.login(username,password);</a:t>
            </a:r>
            <a:br>
              <a:rPr lang="en-US" dirty="0">
                <a:latin typeface="Consolas"/>
              </a:rPr>
            </a:br>
            <a:r>
              <a:rPr lang="en-US">
                <a:latin typeface="Consolas"/>
              </a:rPr>
              <a:t>}</a:t>
            </a:r>
            <a:endParaRPr lang="en-US">
              <a:latin typeface="Aptos" panose="020B0004020202020204"/>
            </a:endParaRPr>
          </a:p>
          <a:p>
            <a:pPr>
              <a:buNone/>
            </a:pPr>
            <a:endParaRPr lang="en-US" dirty="0">
              <a:latin typeface="Consolas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805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F329F-D3D3-B9EA-3D7C-5F8259CBA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Page Object Generator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4D36E-94B4-D357-7314-E945CEA77A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Input:</a:t>
            </a:r>
            <a:endParaRPr lang="en-US"/>
          </a:p>
          <a:p>
            <a:pPr>
              <a:buNone/>
            </a:pPr>
            <a:r>
              <a:rPr lang="en-US">
                <a:latin typeface="Consolas"/>
              </a:rPr>
              <a:t> </a:t>
            </a:r>
            <a:r>
              <a:rPr lang="en-US">
                <a:ea typeface="+mn-lt"/>
                <a:cs typeface="+mn-lt"/>
              </a:rPr>
              <a:t>Given user navigates to login page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Output:</a:t>
            </a:r>
            <a:endParaRPr lang="en-US"/>
          </a:p>
          <a:p>
            <a:pPr>
              <a:buNone/>
            </a:pPr>
            <a:r>
              <a:rPr lang="en-US" dirty="0">
                <a:latin typeface="Consolas"/>
              </a:rPr>
              <a:t> public class </a:t>
            </a:r>
            <a:r>
              <a:rPr lang="en-US" dirty="0" err="1">
                <a:latin typeface="Consolas"/>
              </a:rPr>
              <a:t>LoginPage</a:t>
            </a:r>
            <a:r>
              <a:rPr lang="en-US" dirty="0">
                <a:latin typeface="Consolas"/>
              </a:rPr>
              <a:t> {</a:t>
            </a:r>
            <a:br>
              <a:rPr lang="en-US" dirty="0">
                <a:latin typeface="Consolas"/>
              </a:rPr>
            </a:br>
            <a:r>
              <a:rPr lang="en-US" dirty="0">
                <a:latin typeface="Consolas"/>
              </a:rPr>
              <a:t>   private By username;</a:t>
            </a:r>
            <a:br>
              <a:rPr lang="en-US" dirty="0">
                <a:latin typeface="Consolas"/>
              </a:rPr>
            </a:br>
            <a:r>
              <a:rPr lang="en-US" dirty="0">
                <a:latin typeface="Consolas"/>
              </a:rPr>
              <a:t>   private By password;</a:t>
            </a:r>
            <a:br>
              <a:rPr lang="en-US" dirty="0">
                <a:latin typeface="Consolas"/>
              </a:rPr>
            </a:br>
            <a:r>
              <a:rPr lang="en-US" dirty="0">
                <a:latin typeface="Consolas"/>
              </a:rPr>
              <a:t>}</a:t>
            </a:r>
            <a:endParaRPr lang="en-US" dirty="0"/>
          </a:p>
          <a:p>
            <a:pPr>
              <a:buNone/>
            </a:pPr>
            <a:endParaRPr lang="en-US" dirty="0"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2802311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FB378-76A1-C84A-F168-F549F4B3E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6E63B-D8B0-6B05-3A01-4751663D5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Test Generator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97261-CB02-6226-D839-D586F7023E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Input:</a:t>
            </a:r>
            <a:endParaRPr lang="en-US"/>
          </a:p>
          <a:p>
            <a:pPr marL="0" indent="0">
              <a:buNone/>
            </a:pPr>
            <a:r>
              <a:rPr lang="en-US">
                <a:latin typeface="Consolas"/>
              </a:rPr>
              <a:t> </a:t>
            </a:r>
            <a:r>
              <a:rPr lang="en-US">
                <a:ea typeface="+mn-lt"/>
                <a:cs typeface="+mn-lt"/>
              </a:rPr>
              <a:t>Feature File</a:t>
            </a: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   Step Definitions</a:t>
            </a: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   Page Objects</a:t>
            </a:r>
          </a:p>
          <a:p>
            <a:pPr>
              <a:buNone/>
            </a:pPr>
            <a:endParaRPr lang="en-US" dirty="0">
              <a:ea typeface="+mn-lt"/>
              <a:cs typeface="+mn-lt"/>
            </a:endParaRP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Output:</a:t>
            </a:r>
            <a:endParaRPr lang="en-US"/>
          </a:p>
          <a:p>
            <a:pPr marL="0" indent="0">
              <a:buNone/>
            </a:pPr>
            <a:r>
              <a:rPr lang="en-US">
                <a:latin typeface="Consolas"/>
              </a:rPr>
              <a:t> </a:t>
            </a:r>
            <a:r>
              <a:rPr lang="en-US">
                <a:ea typeface="+mn-lt"/>
                <a:cs typeface="+mn-lt"/>
              </a:rPr>
              <a:t>@RunWith(Cucumber.class)</a:t>
            </a:r>
            <a:endParaRPr lang="en-US" dirty="0">
              <a:latin typeface="Aptos" panose="020B0004020202020204"/>
            </a:endParaRPr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  public class </a:t>
            </a:r>
            <a:r>
              <a:rPr lang="en-US" dirty="0" err="1">
                <a:ea typeface="+mn-lt"/>
                <a:cs typeface="+mn-lt"/>
              </a:rPr>
              <a:t>LoginTest</a:t>
            </a:r>
            <a:r>
              <a:rPr lang="en-US" dirty="0">
                <a:ea typeface="+mn-lt"/>
                <a:cs typeface="+mn-lt"/>
              </a:rPr>
              <a:t> {</a:t>
            </a: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    }</a:t>
            </a:r>
          </a:p>
          <a:p>
            <a:pPr>
              <a:buNone/>
            </a:pPr>
            <a:endParaRPr lang="en-US" dirty="0"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304824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CEEEB-E272-63DA-97B6-12C99217B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9385F-81F4-E4A9-73BA-4CF9064FA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Utility Generator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0E748-2326-1C62-F420-FE5C4B942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Generates:</a:t>
            </a:r>
          </a:p>
          <a:p>
            <a:pPr>
              <a:buNone/>
            </a:pPr>
            <a:r>
              <a:rPr lang="en-US" dirty="0">
                <a:latin typeface="Consolas"/>
                <a:ea typeface="+mn-lt"/>
                <a:cs typeface="+mn-lt"/>
              </a:rPr>
              <a:t> </a:t>
            </a:r>
            <a:r>
              <a:rPr lang="en-US" dirty="0" err="1">
                <a:latin typeface="Consolas"/>
                <a:ea typeface="+mn-lt"/>
                <a:cs typeface="+mn-lt"/>
              </a:rPr>
              <a:t>WaitUtils</a:t>
            </a:r>
            <a:br>
              <a:rPr lang="en-US" dirty="0">
                <a:latin typeface="Consolas"/>
                <a:ea typeface="+mn-lt"/>
                <a:cs typeface="+mn-lt"/>
              </a:rPr>
            </a:br>
            <a:r>
              <a:rPr lang="en-US" dirty="0" err="1">
                <a:latin typeface="Consolas"/>
                <a:ea typeface="+mn-lt"/>
                <a:cs typeface="+mn-lt"/>
              </a:rPr>
              <a:t>DriverUtils</a:t>
            </a:r>
            <a:br>
              <a:rPr lang="en-US" dirty="0">
                <a:latin typeface="Consolas"/>
                <a:ea typeface="+mn-lt"/>
                <a:cs typeface="+mn-lt"/>
              </a:rPr>
            </a:br>
            <a:r>
              <a:rPr lang="en-US" dirty="0" err="1">
                <a:latin typeface="Consolas"/>
                <a:ea typeface="+mn-lt"/>
                <a:cs typeface="+mn-lt"/>
              </a:rPr>
              <a:t>TestDataUtils</a:t>
            </a:r>
            <a:br>
              <a:rPr lang="en-US" dirty="0">
                <a:latin typeface="Consolas"/>
                <a:ea typeface="+mn-lt"/>
                <a:cs typeface="+mn-lt"/>
              </a:rPr>
            </a:br>
            <a:r>
              <a:rPr lang="en-US" dirty="0" err="1">
                <a:latin typeface="Consolas"/>
                <a:ea typeface="+mn-lt"/>
                <a:cs typeface="+mn-lt"/>
              </a:rPr>
              <a:t>APIUtils</a:t>
            </a:r>
            <a:endParaRPr lang="en-US" dirty="0" err="1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Only when missing.</a:t>
            </a:r>
          </a:p>
          <a:p>
            <a:pPr>
              <a:buNone/>
            </a:pPr>
            <a:endParaRPr lang="en-US" dirty="0">
              <a:ea typeface="+mn-lt"/>
              <a:cs typeface="+mn-lt"/>
            </a:endParaRPr>
          </a:p>
          <a:p>
            <a:pPr>
              <a:buNone/>
            </a:pPr>
            <a:endParaRPr lang="en-US" dirty="0"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175291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CF8DC-9AF2-22A8-883D-2C75A9190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F7957-C378-0D99-E699-29F76E730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Automation Coverage Analyzer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56F92-5355-9E3F-FF89-67DBFD505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Measures:</a:t>
            </a:r>
            <a:endParaRPr lang="en-US"/>
          </a:p>
          <a:p>
            <a:pPr>
              <a:buNone/>
            </a:pPr>
            <a:r>
              <a:rPr lang="en-US">
                <a:latin typeface="Consolas"/>
                <a:ea typeface="+mn-lt"/>
                <a:cs typeface="+mn-lt"/>
              </a:rPr>
              <a:t> Feature Coverage</a:t>
            </a:r>
            <a:br>
              <a:rPr lang="en-US" dirty="0">
                <a:latin typeface="Consolas"/>
                <a:ea typeface="+mn-lt"/>
                <a:cs typeface="+mn-lt"/>
              </a:rPr>
            </a:br>
            <a:r>
              <a:rPr lang="en-US" dirty="0">
                <a:latin typeface="Consolas"/>
                <a:ea typeface="+mn-lt"/>
                <a:cs typeface="+mn-lt"/>
              </a:rPr>
              <a:t>Scenario Coverage</a:t>
            </a:r>
            <a:br>
              <a:rPr lang="en-US" dirty="0">
                <a:latin typeface="Consolas"/>
                <a:ea typeface="+mn-lt"/>
                <a:cs typeface="+mn-lt"/>
              </a:rPr>
            </a:br>
            <a:r>
              <a:rPr lang="en-US" dirty="0">
                <a:latin typeface="Consolas"/>
                <a:ea typeface="+mn-lt"/>
                <a:cs typeface="+mn-lt"/>
              </a:rPr>
              <a:t>Step Coverage</a:t>
            </a:r>
            <a:br>
              <a:rPr lang="en-US" dirty="0">
                <a:latin typeface="Consolas"/>
                <a:ea typeface="+mn-lt"/>
                <a:cs typeface="+mn-lt"/>
              </a:rPr>
            </a:br>
            <a:r>
              <a:rPr lang="en-US" dirty="0">
                <a:latin typeface="Consolas"/>
                <a:ea typeface="+mn-lt"/>
                <a:cs typeface="+mn-lt"/>
              </a:rPr>
              <a:t>Reuse %</a:t>
            </a:r>
            <a:br>
              <a:rPr lang="en-US" dirty="0">
                <a:latin typeface="Consolas"/>
                <a:ea typeface="+mn-lt"/>
                <a:cs typeface="+mn-lt"/>
              </a:rPr>
            </a:br>
            <a:r>
              <a:rPr lang="en-US" dirty="0">
                <a:latin typeface="Consolas"/>
                <a:ea typeface="+mn-lt"/>
                <a:cs typeface="+mn-lt"/>
              </a:rPr>
              <a:t>Generated %</a:t>
            </a:r>
            <a:endParaRPr lang="en-US" dirty="0"/>
          </a:p>
          <a:p>
            <a:pPr>
              <a:buNone/>
            </a:pPr>
            <a:endParaRPr lang="en-US" dirty="0">
              <a:latin typeface="Consolas"/>
              <a:ea typeface="+mn-lt"/>
              <a:cs typeface="+mn-lt"/>
            </a:endParaRP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Example:</a:t>
            </a:r>
          </a:p>
          <a:p>
            <a:pPr>
              <a:buNone/>
            </a:pPr>
            <a:r>
              <a:rPr lang="en-US" dirty="0">
                <a:latin typeface="Consolas"/>
                <a:ea typeface="+mn-lt"/>
                <a:cs typeface="+mn-lt"/>
              </a:rPr>
              <a:t>{</a:t>
            </a:r>
            <a:br>
              <a:rPr lang="en-US" dirty="0">
                <a:latin typeface="Consolas"/>
                <a:ea typeface="+mn-lt"/>
                <a:cs typeface="+mn-lt"/>
              </a:rPr>
            </a:br>
            <a:r>
              <a:rPr lang="en-US" dirty="0">
                <a:latin typeface="Consolas"/>
                <a:ea typeface="+mn-lt"/>
                <a:cs typeface="+mn-lt"/>
              </a:rPr>
              <a:t>  "</a:t>
            </a:r>
            <a:r>
              <a:rPr lang="en-US" dirty="0" err="1">
                <a:latin typeface="Consolas"/>
                <a:ea typeface="+mn-lt"/>
                <a:cs typeface="+mn-lt"/>
              </a:rPr>
              <a:t>totalSteps</a:t>
            </a:r>
            <a:r>
              <a:rPr lang="en-US" dirty="0">
                <a:latin typeface="Consolas"/>
                <a:ea typeface="+mn-lt"/>
                <a:cs typeface="+mn-lt"/>
              </a:rPr>
              <a:t>": 100,</a:t>
            </a:r>
            <a:br>
              <a:rPr lang="en-US" dirty="0">
                <a:latin typeface="Consolas"/>
                <a:ea typeface="+mn-lt"/>
                <a:cs typeface="+mn-lt"/>
              </a:rPr>
            </a:br>
            <a:r>
              <a:rPr lang="en-US" dirty="0">
                <a:latin typeface="Consolas"/>
                <a:ea typeface="+mn-lt"/>
                <a:cs typeface="+mn-lt"/>
              </a:rPr>
              <a:t>  "</a:t>
            </a:r>
            <a:r>
              <a:rPr lang="en-US" dirty="0" err="1">
                <a:latin typeface="Consolas"/>
                <a:ea typeface="+mn-lt"/>
                <a:cs typeface="+mn-lt"/>
              </a:rPr>
              <a:t>reusedSteps</a:t>
            </a:r>
            <a:r>
              <a:rPr lang="en-US" dirty="0">
                <a:latin typeface="Consolas"/>
                <a:ea typeface="+mn-lt"/>
                <a:cs typeface="+mn-lt"/>
              </a:rPr>
              <a:t>": 80,</a:t>
            </a:r>
            <a:br>
              <a:rPr lang="en-US" dirty="0">
                <a:latin typeface="Consolas"/>
                <a:ea typeface="+mn-lt"/>
                <a:cs typeface="+mn-lt"/>
              </a:rPr>
            </a:br>
            <a:r>
              <a:rPr lang="en-US" dirty="0">
                <a:latin typeface="Consolas"/>
                <a:ea typeface="+mn-lt"/>
                <a:cs typeface="+mn-lt"/>
              </a:rPr>
              <a:t>  "</a:t>
            </a:r>
            <a:r>
              <a:rPr lang="en-US" dirty="0" err="1">
                <a:latin typeface="Consolas"/>
                <a:ea typeface="+mn-lt"/>
                <a:cs typeface="+mn-lt"/>
              </a:rPr>
              <a:t>generatedSteps</a:t>
            </a:r>
            <a:r>
              <a:rPr lang="en-US" dirty="0">
                <a:latin typeface="Consolas"/>
                <a:ea typeface="+mn-lt"/>
                <a:cs typeface="+mn-lt"/>
              </a:rPr>
              <a:t>": 20,</a:t>
            </a:r>
            <a:br>
              <a:rPr lang="en-US" dirty="0">
                <a:latin typeface="Consolas"/>
                <a:ea typeface="+mn-lt"/>
                <a:cs typeface="+mn-lt"/>
              </a:rPr>
            </a:br>
            <a:r>
              <a:rPr lang="en-US" dirty="0">
                <a:latin typeface="Consolas"/>
                <a:ea typeface="+mn-lt"/>
                <a:cs typeface="+mn-lt"/>
              </a:rPr>
              <a:t>  "</a:t>
            </a:r>
            <a:r>
              <a:rPr lang="en-US" dirty="0" err="1">
                <a:latin typeface="Consolas"/>
                <a:ea typeface="+mn-lt"/>
                <a:cs typeface="+mn-lt"/>
              </a:rPr>
              <a:t>reusePercentage</a:t>
            </a:r>
            <a:r>
              <a:rPr lang="en-US" dirty="0">
                <a:latin typeface="Consolas"/>
                <a:ea typeface="+mn-lt"/>
                <a:cs typeface="+mn-lt"/>
              </a:rPr>
              <a:t>": 80</a:t>
            </a:r>
            <a:br>
              <a:rPr lang="en-US" dirty="0">
                <a:latin typeface="Consolas"/>
                <a:ea typeface="+mn-lt"/>
                <a:cs typeface="+mn-lt"/>
              </a:rPr>
            </a:br>
            <a:r>
              <a:rPr lang="en-US" dirty="0">
                <a:latin typeface="Consolas"/>
                <a:ea typeface="+mn-lt"/>
                <a:cs typeface="+mn-lt"/>
              </a:rPr>
              <a:t>}</a:t>
            </a:r>
            <a:endParaRPr lang="en-US" dirty="0"/>
          </a:p>
          <a:p>
            <a:pPr>
              <a:buNone/>
            </a:pPr>
            <a:endParaRPr lang="en-US" dirty="0">
              <a:ea typeface="+mn-lt"/>
              <a:cs typeface="+mn-lt"/>
            </a:endParaRPr>
          </a:p>
          <a:p>
            <a:pPr>
              <a:buNone/>
            </a:pPr>
            <a:endParaRPr lang="en-US" dirty="0">
              <a:ea typeface="+mn-lt"/>
              <a:cs typeface="+mn-lt"/>
            </a:endParaRPr>
          </a:p>
          <a:p>
            <a:pPr>
              <a:buNone/>
            </a:pPr>
            <a:endParaRPr lang="en-US" dirty="0"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0052864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57110-CE44-21B4-E0C7-573C2FD21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CP3 Validation Engine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82CE2-CBDD-E72E-43B1-A10108E91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Validate automation coverage and reuse.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23D43AA-13DE-BFFD-601B-31ADAE5E10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4917088"/>
              </p:ext>
            </p:extLst>
          </p:nvPr>
        </p:nvGraphicFramePr>
        <p:xfrm>
          <a:off x="846667" y="2332285"/>
          <a:ext cx="5334000" cy="25603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3629430234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4176843508"/>
                    </a:ext>
                  </a:extLst>
                </a:gridCol>
              </a:tblGrid>
              <a:tr h="3468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Rule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Pass Criteria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5142746"/>
                  </a:ext>
                </a:extLst>
              </a:tr>
              <a:tr h="3468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Feature Coverage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6095576"/>
                  </a:ext>
                </a:extLst>
              </a:tr>
              <a:tr h="3468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Scenario Coverage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7331514"/>
                  </a:ext>
                </a:extLst>
              </a:tr>
              <a:tr h="3468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Step Coverage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9330942"/>
                  </a:ext>
                </a:extLst>
              </a:tr>
              <a:tr h="3468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Reuse Percentage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&gt;70%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230546"/>
                  </a:ext>
                </a:extLst>
              </a:tr>
              <a:tr h="3468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Duplicate Steps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8408179"/>
                  </a:ext>
                </a:extLst>
              </a:tr>
              <a:tr h="3468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Unmapped Steps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683372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E74ADD7-718F-F8CA-522C-C3DA78CC7078}"/>
              </a:ext>
            </a:extLst>
          </p:cNvPr>
          <p:cNvSpPr txBox="1"/>
          <p:nvPr/>
        </p:nvSpPr>
        <p:spPr>
          <a:xfrm>
            <a:off x="7309555" y="2441222"/>
            <a:ext cx="4078111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/>
              <a:t>Output</a:t>
            </a:r>
          </a:p>
          <a:p>
            <a:endParaRPr lang="en-US" dirty="0"/>
          </a:p>
          <a:p>
            <a:r>
              <a:rPr lang="en-US">
                <a:ea typeface="+mn-lt"/>
                <a:cs typeface="+mn-lt"/>
              </a:rPr>
              <a:t>{</a:t>
            </a:r>
            <a:endParaRPr lang="en-US"/>
          </a:p>
          <a:p>
            <a:r>
              <a:rPr lang="en-US">
                <a:ea typeface="+mn-lt"/>
                <a:cs typeface="+mn-lt"/>
              </a:rPr>
              <a:t> "controlPoint":"CP3",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 "</a:t>
            </a:r>
            <a:r>
              <a:rPr lang="en-US" dirty="0" err="1">
                <a:ea typeface="+mn-lt"/>
                <a:cs typeface="+mn-lt"/>
              </a:rPr>
              <a:t>status":"PASSED</a:t>
            </a:r>
            <a:r>
              <a:rPr lang="en-US" dirty="0">
                <a:ea typeface="+mn-lt"/>
                <a:cs typeface="+mn-lt"/>
              </a:rPr>
              <a:t>"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}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1163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330A8-DF84-17A9-493D-9846FA583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Locator Validator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87479-B33C-6FB9-2F7C-52B4A46ED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Validates:</a:t>
            </a:r>
          </a:p>
          <a:p>
            <a:r>
              <a:rPr lang="en-US">
                <a:ea typeface="+mn-lt"/>
                <a:cs typeface="+mn-lt"/>
              </a:rPr>
              <a:t>XPath Stability</a:t>
            </a:r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CSS Stability</a:t>
            </a:r>
          </a:p>
          <a:p>
            <a:r>
              <a:rPr lang="en-US">
                <a:ea typeface="+mn-lt"/>
                <a:cs typeface="+mn-lt"/>
              </a:rPr>
              <a:t>ID Availability</a:t>
            </a:r>
          </a:p>
          <a:p>
            <a:r>
              <a:rPr lang="en-US">
                <a:ea typeface="+mn-lt"/>
                <a:cs typeface="+mn-lt"/>
              </a:rPr>
              <a:t>Locator Uniqueness</a:t>
            </a:r>
          </a:p>
          <a:p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Sources: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Generated Page Objects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4597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A7867-986F-2CF3-7744-7FB9C50BC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CP4 Validation Engine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D1144-4452-425F-2238-2DA6D2B0D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Purpose: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  Validate locator health.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101E6C-7A2B-2460-FEC1-77D075851F23}"/>
              </a:ext>
            </a:extLst>
          </p:cNvPr>
          <p:cNvSpPr txBox="1"/>
          <p:nvPr/>
        </p:nvSpPr>
        <p:spPr>
          <a:xfrm>
            <a:off x="6585045" y="3027208"/>
            <a:ext cx="4250530" cy="19400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/>
              <a:t>Output:</a:t>
            </a:r>
          </a:p>
          <a:p>
            <a:r>
              <a:rPr lang="en-US" sz="2400">
                <a:ea typeface="+mn-lt"/>
                <a:cs typeface="+mn-lt"/>
              </a:rPr>
              <a:t>{</a:t>
            </a:r>
            <a:endParaRPr lang="en-US" sz="1500">
              <a:latin typeface="Aptos" panose="020B0004020202020204"/>
            </a:endParaRPr>
          </a:p>
          <a:p>
            <a:r>
              <a:rPr lang="en-US" sz="2400">
                <a:ea typeface="+mn-lt"/>
                <a:cs typeface="+mn-lt"/>
              </a:rPr>
              <a:t> "controlPoint":"CP4",</a:t>
            </a:r>
            <a:endParaRPr lang="en-US"/>
          </a:p>
          <a:p>
            <a:r>
              <a:rPr lang="en-US" sz="2400" dirty="0">
                <a:ea typeface="+mn-lt"/>
                <a:cs typeface="+mn-lt"/>
              </a:rPr>
              <a:t> "</a:t>
            </a:r>
            <a:r>
              <a:rPr lang="en-US" sz="2400" dirty="0" err="1">
                <a:ea typeface="+mn-lt"/>
                <a:cs typeface="+mn-lt"/>
              </a:rPr>
              <a:t>status":"PASSED</a:t>
            </a:r>
            <a:r>
              <a:rPr lang="en-US" sz="2400" dirty="0">
                <a:ea typeface="+mn-lt"/>
                <a:cs typeface="+mn-lt"/>
              </a:rPr>
              <a:t>"</a:t>
            </a:r>
            <a:endParaRPr lang="en-US" dirty="0"/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>
                <a:ea typeface="+mn-lt"/>
                <a:cs typeface="+mn-lt"/>
              </a:rPr>
              <a:t>}</a:t>
            </a:r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F9281CD-FA36-5180-2A57-F87C7ABCE5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2448268"/>
              </p:ext>
            </p:extLst>
          </p:nvPr>
        </p:nvGraphicFramePr>
        <p:xfrm>
          <a:off x="932597" y="3259540"/>
          <a:ext cx="4935940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67970">
                  <a:extLst>
                    <a:ext uri="{9D8B030D-6E8A-4147-A177-3AD203B41FA5}">
                      <a16:colId xmlns:a16="http://schemas.microsoft.com/office/drawing/2014/main" val="2597363955"/>
                    </a:ext>
                  </a:extLst>
                </a:gridCol>
                <a:gridCol w="2467970">
                  <a:extLst>
                    <a:ext uri="{9D8B030D-6E8A-4147-A177-3AD203B41FA5}">
                      <a16:colId xmlns:a16="http://schemas.microsoft.com/office/drawing/2014/main" val="12113058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Rule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Pass Criteria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5362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Broken Locators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3124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Duplicate Locators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1474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Dynamic XPath Count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Threshold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8533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Locator Uniqueness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27091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33755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5301C-CC8E-BA93-F379-6F0F63EBC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SonarQube Governance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7CB747-50FF-20A9-5E14-B0AA8A77E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Reuse existing POC setup.</a:t>
            </a:r>
          </a:p>
          <a:p>
            <a:pPr marL="0" indent="0">
              <a:buNone/>
            </a:pPr>
            <a:endParaRPr lang="en-US" dirty="0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Checks:</a:t>
            </a:r>
          </a:p>
          <a:p>
            <a:pPr>
              <a:buNone/>
            </a:pPr>
            <a:r>
              <a:rPr lang="en-US">
                <a:latin typeface="Consolas"/>
              </a:rPr>
              <a:t> Code Smells</a:t>
            </a:r>
            <a:br>
              <a:rPr lang="en-US" dirty="0">
                <a:latin typeface="Consolas"/>
              </a:rPr>
            </a:br>
            <a:r>
              <a:rPr lang="en-US">
                <a:latin typeface="Consolas"/>
              </a:rPr>
              <a:t>Maintainability</a:t>
            </a:r>
            <a:br>
              <a:rPr lang="en-US" dirty="0">
                <a:latin typeface="Consolas"/>
              </a:rPr>
            </a:br>
            <a:r>
              <a:rPr lang="en-US">
                <a:latin typeface="Consolas"/>
              </a:rPr>
              <a:t>Duplication</a:t>
            </a:r>
            <a:br>
              <a:rPr lang="en-US" dirty="0">
                <a:latin typeface="Consolas"/>
              </a:rPr>
            </a:br>
            <a:r>
              <a:rPr lang="en-US">
                <a:latin typeface="Consolas"/>
              </a:rPr>
              <a:t>Coverage</a:t>
            </a:r>
            <a:endParaRPr lang="en-US"/>
          </a:p>
          <a:p>
            <a:pPr>
              <a:buNone/>
            </a:pPr>
            <a:endParaRPr lang="en-US" dirty="0">
              <a:ea typeface="+mn-lt"/>
              <a:cs typeface="+mn-lt"/>
            </a:endParaRP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Output:</a:t>
            </a:r>
            <a:endParaRPr lang="en-US"/>
          </a:p>
          <a:p>
            <a:pPr>
              <a:buNone/>
            </a:pPr>
            <a:r>
              <a:rPr lang="en-US" dirty="0">
                <a:latin typeface="Consolas"/>
              </a:rPr>
              <a:t>sonar-</a:t>
            </a:r>
            <a:r>
              <a:rPr lang="en-US" dirty="0" err="1">
                <a:latin typeface="Consolas"/>
              </a:rPr>
              <a:t>report.json</a:t>
            </a:r>
            <a:endParaRPr lang="en-US" dirty="0" err="1"/>
          </a:p>
          <a:p>
            <a:pPr>
              <a:buNone/>
            </a:pPr>
            <a:endParaRPr lang="en-US" dirty="0">
              <a:ea typeface="+mn-lt"/>
              <a:cs typeface="+mn-lt"/>
            </a:endParaRP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This becomes the bridge into CP5.</a:t>
            </a:r>
            <a:endParaRPr lang="en-US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7131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CB500-D4A3-83B0-566D-E889598C6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Human-in-the-Loop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56B61-6A33-3E23-B115-51D62A48D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000">
                <a:ea typeface="+mn-lt"/>
                <a:cs typeface="+mn-lt"/>
              </a:rPr>
              <a:t>Review required when:</a:t>
            </a:r>
            <a:endParaRPr lang="en-US"/>
          </a:p>
          <a:p>
            <a:pPr>
              <a:buNone/>
            </a:pPr>
            <a:endParaRPr lang="en-US" sz="2000" dirty="0">
              <a:ea typeface="+mn-lt"/>
              <a:cs typeface="+mn-lt"/>
            </a:endParaRPr>
          </a:p>
          <a:p>
            <a:r>
              <a:rPr lang="en-US" sz="2000">
                <a:ea typeface="+mn-lt"/>
                <a:cs typeface="+mn-lt"/>
              </a:rPr>
              <a:t>Reuse confidence low</a:t>
            </a:r>
            <a:endParaRPr lang="en-US"/>
          </a:p>
          <a:p>
            <a:r>
              <a:rPr lang="en-US" sz="2000">
                <a:ea typeface="+mn-lt"/>
                <a:cs typeface="+mn-lt"/>
              </a:rPr>
              <a:t>Step mapping ambiguous</a:t>
            </a:r>
            <a:endParaRPr lang="en-US"/>
          </a:p>
          <a:p>
            <a:r>
              <a:rPr lang="en-US" sz="2000">
                <a:ea typeface="+mn-lt"/>
                <a:cs typeface="+mn-lt"/>
              </a:rPr>
              <a:t>Locator generation fails</a:t>
            </a:r>
            <a:endParaRPr lang="en-US">
              <a:ea typeface="+mn-lt"/>
              <a:cs typeface="+mn-lt"/>
            </a:endParaRPr>
          </a:p>
          <a:p>
            <a:r>
              <a:rPr lang="en-US" sz="2000">
                <a:ea typeface="+mn-lt"/>
                <a:cs typeface="+mn-lt"/>
              </a:rPr>
              <a:t>Coverage below threshold</a:t>
            </a:r>
            <a:endParaRPr lang="en-US"/>
          </a:p>
          <a:p>
            <a:r>
              <a:rPr lang="en-US" sz="2000">
                <a:ea typeface="+mn-lt"/>
                <a:cs typeface="+mn-lt"/>
              </a:rPr>
              <a:t>Sonar quality gate fails</a:t>
            </a:r>
            <a:endParaRPr lang="en-US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469098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A2749-F3F4-8A47-F240-FD579EBB0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Work Product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9F7D40E-8D8C-D34F-CFE4-2D9EA3BED80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3657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98047221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4811708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Work Product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Produced By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7794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Step Definitions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Step Generator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77177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Page Objects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Page Generator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74579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Utilities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Utility Generator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78250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Automation Scripts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Test Generator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46193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Coverage Report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Coverage Analyzer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3053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CP3 Report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CP3 Validation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4402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CP4 Report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CP4 Validation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0540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Sonar Report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SonarQube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4255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Validated Automation Package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Package Builder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8556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6629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3453C-0C62-AD84-9BD5-CC3CD8BDE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Integration with Next Layer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6393D-5873-D1C7-1284-4D196348B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1400">
                <a:ea typeface="+mn-lt"/>
                <a:cs typeface="+mn-lt"/>
              </a:rPr>
              <a:t>Output:</a:t>
            </a:r>
            <a:endParaRPr lang="en-US" sz="1400"/>
          </a:p>
          <a:p>
            <a:pPr>
              <a:buNone/>
            </a:pPr>
            <a:r>
              <a:rPr lang="en-US" sz="1400">
                <a:latin typeface="Consolas"/>
              </a:rPr>
              <a:t>  </a:t>
            </a:r>
            <a:r>
              <a:rPr lang="en-US" sz="1400">
                <a:ea typeface="+mn-lt"/>
                <a:cs typeface="+mn-lt"/>
              </a:rPr>
              <a:t>Validated Automation Package</a:t>
            </a:r>
          </a:p>
          <a:p>
            <a:pPr>
              <a:buNone/>
            </a:pPr>
            <a:r>
              <a:rPr lang="en-US" sz="1400" dirty="0">
                <a:ea typeface="+mn-lt"/>
                <a:cs typeface="+mn-lt"/>
              </a:rPr>
              <a:t>Containing:</a:t>
            </a:r>
          </a:p>
          <a:p>
            <a:pPr>
              <a:buNone/>
            </a:pPr>
            <a:r>
              <a:rPr lang="en-US" sz="1400">
                <a:latin typeface="Consolas"/>
                <a:ea typeface="+mn-lt"/>
                <a:cs typeface="+mn-lt"/>
              </a:rPr>
              <a:t>   Step Definitions</a:t>
            </a:r>
            <a:br>
              <a:rPr lang="en-US" sz="1400" dirty="0">
                <a:latin typeface="Consolas"/>
                <a:ea typeface="+mn-lt"/>
                <a:cs typeface="+mn-lt"/>
              </a:rPr>
            </a:br>
            <a:r>
              <a:rPr lang="en-US" sz="1400">
                <a:latin typeface="Consolas"/>
                <a:ea typeface="+mn-lt"/>
                <a:cs typeface="+mn-lt"/>
              </a:rPr>
              <a:t>Page Objects</a:t>
            </a:r>
            <a:br>
              <a:rPr lang="en-US" sz="1400" dirty="0">
                <a:latin typeface="Consolas"/>
                <a:ea typeface="+mn-lt"/>
                <a:cs typeface="+mn-lt"/>
              </a:rPr>
            </a:br>
            <a:r>
              <a:rPr lang="en-US" sz="1400">
                <a:latin typeface="Consolas"/>
                <a:ea typeface="+mn-lt"/>
                <a:cs typeface="+mn-lt"/>
              </a:rPr>
              <a:t>Automation Scripts</a:t>
            </a:r>
            <a:br>
              <a:rPr lang="en-US" sz="1400" dirty="0">
                <a:latin typeface="Consolas"/>
                <a:ea typeface="+mn-lt"/>
                <a:cs typeface="+mn-lt"/>
              </a:rPr>
            </a:br>
            <a:r>
              <a:rPr lang="en-US" sz="1400">
                <a:latin typeface="Consolas"/>
                <a:ea typeface="+mn-lt"/>
                <a:cs typeface="+mn-lt"/>
              </a:rPr>
              <a:t>Utilities</a:t>
            </a:r>
            <a:br>
              <a:rPr lang="en-US" sz="1400" dirty="0">
                <a:latin typeface="Consolas"/>
                <a:ea typeface="+mn-lt"/>
                <a:cs typeface="+mn-lt"/>
              </a:rPr>
            </a:br>
            <a:r>
              <a:rPr lang="en-US" sz="1400">
                <a:latin typeface="Consolas"/>
                <a:ea typeface="+mn-lt"/>
                <a:cs typeface="+mn-lt"/>
              </a:rPr>
              <a:t>Automation Coverage Report</a:t>
            </a:r>
            <a:br>
              <a:rPr lang="en-US" sz="1400" dirty="0">
                <a:latin typeface="Consolas"/>
                <a:ea typeface="+mn-lt"/>
                <a:cs typeface="+mn-lt"/>
              </a:rPr>
            </a:br>
            <a:r>
              <a:rPr lang="en-US" sz="1400">
                <a:latin typeface="Consolas"/>
                <a:ea typeface="+mn-lt"/>
                <a:cs typeface="+mn-lt"/>
              </a:rPr>
              <a:t>CP3 Validation Report</a:t>
            </a:r>
            <a:br>
              <a:rPr lang="en-US" sz="1400" dirty="0">
                <a:latin typeface="Consolas"/>
                <a:ea typeface="+mn-lt"/>
                <a:cs typeface="+mn-lt"/>
              </a:rPr>
            </a:br>
            <a:r>
              <a:rPr lang="en-US" sz="1400">
                <a:latin typeface="Consolas"/>
                <a:ea typeface="+mn-lt"/>
                <a:cs typeface="+mn-lt"/>
              </a:rPr>
              <a:t>CP4 Validation Report</a:t>
            </a:r>
            <a:br>
              <a:rPr lang="en-US" sz="1400" dirty="0">
                <a:latin typeface="Consolas"/>
                <a:ea typeface="+mn-lt"/>
                <a:cs typeface="+mn-lt"/>
              </a:rPr>
            </a:br>
            <a:r>
              <a:rPr lang="en-US" sz="1400">
                <a:latin typeface="Consolas"/>
                <a:ea typeface="+mn-lt"/>
                <a:cs typeface="+mn-lt"/>
              </a:rPr>
              <a:t>Sonar Analysis Report</a:t>
            </a:r>
            <a:br>
              <a:rPr lang="en-US" sz="1400" dirty="0">
                <a:latin typeface="Consolas"/>
                <a:ea typeface="+mn-lt"/>
                <a:cs typeface="+mn-lt"/>
              </a:rPr>
            </a:br>
            <a:r>
              <a:rPr lang="en-US" sz="1400">
                <a:latin typeface="Consolas"/>
                <a:ea typeface="+mn-lt"/>
                <a:cs typeface="+mn-lt"/>
              </a:rPr>
              <a:t>Traceability Report</a:t>
            </a:r>
            <a:endParaRPr lang="en-US"/>
          </a:p>
          <a:p>
            <a:pPr>
              <a:buNone/>
            </a:pPr>
            <a:endParaRPr lang="en-US" sz="1400" dirty="0">
              <a:ea typeface="+mn-lt"/>
              <a:cs typeface="+mn-lt"/>
            </a:endParaRPr>
          </a:p>
          <a:p>
            <a:pPr>
              <a:buNone/>
            </a:pPr>
            <a:r>
              <a:rPr lang="en-US" sz="1400">
                <a:ea typeface="+mn-lt"/>
                <a:cs typeface="+mn-lt"/>
              </a:rPr>
              <a:t>Consumed by:</a:t>
            </a:r>
            <a:endParaRPr lang="en-US" sz="1400"/>
          </a:p>
          <a:p>
            <a:pPr marL="0" indent="0">
              <a:buNone/>
            </a:pPr>
            <a:r>
              <a:rPr lang="en-US" sz="1400">
                <a:latin typeface="Consolas"/>
              </a:rPr>
              <a:t>  </a:t>
            </a:r>
            <a:r>
              <a:rPr lang="en-US" sz="1400">
                <a:ea typeface="+mn-lt"/>
                <a:cs typeface="+mn-lt"/>
              </a:rPr>
              <a:t>Execution &amp; Quality Governance Layer (CP5 + CP6)</a:t>
            </a:r>
            <a:endParaRPr lang="en-US"/>
          </a:p>
          <a:p>
            <a:pPr>
              <a:buNone/>
            </a:pPr>
            <a:endParaRPr lang="en-US" sz="14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69571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8C610-B6EB-8769-653D-AE52A3F55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Handover Artifacts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F3D3CAC-9809-1237-AF40-9E6FB176CD4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3657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33007441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6054109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Artifact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Consumed By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4286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Step Definitions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Jenkins Execution Pipeline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899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Page Objects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Selenium Test Execution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52160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Automation Scripts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Jenkins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32068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Utilities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Test Runtime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9555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CP3 Validation Report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CP5 Governance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26839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CP4 Validation Report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CP5 Governance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27532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Sonar Report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CP5 Quality Gate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4270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Coverage Report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Governance Dashboard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55101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Traceability Report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Audit &amp; Reporting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1950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68023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7C579-6987-ED01-9518-FE1DE21CA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Implementation Task Breakdown</a:t>
            </a:r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8591926-72ED-5B6A-F53F-F6D124EBDF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0851832"/>
              </p:ext>
            </p:extLst>
          </p:nvPr>
        </p:nvGraphicFramePr>
        <p:xfrm>
          <a:off x="838200" y="1825625"/>
          <a:ext cx="10515600" cy="4815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32232885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7695875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237338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Task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Sub-task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Output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7304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Create Prompt Registry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Register approved prompt templates (generate-feature, update-feature, generate-test-data, generate-scenario-outline, validate-feature)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prompt-</a:t>
                      </a:r>
                      <a:r>
                        <a:rPr lang="en-US" sz="800" dirty="0" err="1"/>
                        <a:t>registry.json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4426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Build Prompt Loader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Load prompts dynamically from registry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Prompt loading framework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1715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Create Feature Generation Service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Read validated requirement model and invoke feature generation prompt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Generated feature content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7343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Create Scenario Generation Service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Generate positive, negative, security, and quality scenarios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Scenario set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1065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Create Scenario Outline Generator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Generate data-driven scenarios and examples tables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Scenario outlines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2215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Create Test Data Generator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Generate positive, negative, boundary test data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Test data package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8243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Create Feature Writer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Persist generated features to feature files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*.feature files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98510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Create Traceability Generator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Map requirements → acceptance criteria → scenarios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 err="1"/>
                        <a:t>traceability.json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13986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Build Governance Engine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Orchestrate feature validation workflow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Governance workflow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730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Integrate Gherkin Lint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Execute lint checks against generated features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gherkin-lint-</a:t>
                      </a:r>
                      <a:r>
                        <a:rPr lang="en-US" sz="800" dirty="0" err="1"/>
                        <a:t>report.json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7171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Integrate Existing HTML Report Generator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Reuse current gherkin HTML report solution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gherkin-lint-report.html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9305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Integrate Existing Metrics Engine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Reuse current governance metrics calculations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Feature governance metrics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5607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Build Compliance Metrics Aggregator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Consolidate lint and governance metrics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feature-governance-</a:t>
                      </a:r>
                      <a:r>
                        <a:rPr lang="en-US" sz="800" dirty="0" err="1"/>
                        <a:t>report.json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1122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Build AI Remediation Service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Invoke remediation prompt for lint violations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Remediated feature files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9284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Create Remediation Workflow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Re-run validation after remediation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Remediation cycle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1563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Build CP2 Validation Engine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Execute CP2 rules and readiness checks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cp2-validation-report.json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60907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Create Feature Package Builder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Bundle features, reports, validation results, and traceability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Validated Feature Package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84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Create Output Writer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Persist all work products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Output package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40027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Create Unit Tests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Test prompt loader, generators, validators, remediation flow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Test results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83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Create Sample Requirement Models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Build representative inputs from CP1 outputs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Demo data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9350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End-to-End Dry Run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Execute full CP1 → CP2 workflow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Validated Feature Package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89096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9409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C7E40-638D-8FD3-63D1-C1360CCD1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 of Done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6910E-8347-9766-1A03-ECBDB61F0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1879"/>
            <a:ext cx="4078406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1050">
                <a:ea typeface="+mn-lt"/>
                <a:cs typeface="+mn-lt"/>
              </a:rPr>
              <a:t>The Automation Engineering Layer is considered complete when:</a:t>
            </a:r>
          </a:p>
          <a:p>
            <a:pPr>
              <a:buNone/>
            </a:pPr>
            <a:r>
              <a:rPr lang="en-US" sz="1050"/>
              <a:t>Reuse Discovery</a:t>
            </a:r>
          </a:p>
          <a:p>
            <a:pPr>
              <a:buFont typeface="Arial"/>
              <a:buChar char="•"/>
            </a:pPr>
            <a:r>
              <a:rPr lang="en-US" sz="1050">
                <a:ea typeface="+mn-lt"/>
                <a:cs typeface="+mn-lt"/>
              </a:rPr>
              <a:t>Asset catalog can be loaded successfully. </a:t>
            </a:r>
            <a:endParaRPr lang="en-US" sz="1050"/>
          </a:p>
          <a:p>
            <a:pPr>
              <a:buFont typeface="Arial"/>
              <a:buChar char="•"/>
            </a:pPr>
            <a:r>
              <a:rPr lang="en-US" sz="1050">
                <a:ea typeface="+mn-lt"/>
                <a:cs typeface="+mn-lt"/>
              </a:rPr>
              <a:t>Existing step definitions can be discovered. </a:t>
            </a:r>
            <a:endParaRPr lang="en-US" sz="1050"/>
          </a:p>
          <a:p>
            <a:pPr>
              <a:buFont typeface="Arial"/>
              <a:buChar char="•"/>
            </a:pPr>
            <a:r>
              <a:rPr lang="en-US" sz="1050">
                <a:ea typeface="+mn-lt"/>
                <a:cs typeface="+mn-lt"/>
              </a:rPr>
              <a:t>Existing page objects can be discovered. </a:t>
            </a:r>
          </a:p>
          <a:p>
            <a:pPr>
              <a:buFont typeface="Arial"/>
              <a:buChar char="•"/>
            </a:pPr>
            <a:r>
              <a:rPr lang="en-US" sz="1050">
                <a:ea typeface="+mn-lt"/>
                <a:cs typeface="+mn-lt"/>
              </a:rPr>
              <a:t>Existing utilities can be discovered. </a:t>
            </a:r>
            <a:endParaRPr lang="en-US" sz="1050"/>
          </a:p>
          <a:p>
            <a:pPr>
              <a:buFont typeface="Arial"/>
              <a:buChar char="•"/>
            </a:pPr>
            <a:r>
              <a:rPr lang="en-US" sz="1050">
                <a:ea typeface="+mn-lt"/>
                <a:cs typeface="+mn-lt"/>
              </a:rPr>
              <a:t>Reuse confidence scores are generated. </a:t>
            </a:r>
            <a:endParaRPr lang="en-US" sz="1050"/>
          </a:p>
          <a:p>
            <a:pPr indent="0">
              <a:buNone/>
            </a:pPr>
            <a:r>
              <a:rPr lang="en-US" sz="1050"/>
              <a:t>Automation Generation</a:t>
            </a:r>
          </a:p>
          <a:p>
            <a:pPr>
              <a:buFont typeface="Arial"/>
              <a:buChar char="•"/>
            </a:pPr>
            <a:r>
              <a:rPr lang="en-US" sz="1050">
                <a:ea typeface="+mn-lt"/>
                <a:cs typeface="+mn-lt"/>
              </a:rPr>
              <a:t>Missing step definitions are generated. </a:t>
            </a:r>
            <a:endParaRPr lang="en-US" sz="1050"/>
          </a:p>
          <a:p>
            <a:pPr>
              <a:buFont typeface="Arial"/>
              <a:buChar char="•"/>
            </a:pPr>
            <a:r>
              <a:rPr lang="en-US" sz="1050">
                <a:ea typeface="+mn-lt"/>
                <a:cs typeface="+mn-lt"/>
              </a:rPr>
              <a:t>Missing page objects are generated. </a:t>
            </a:r>
          </a:p>
          <a:p>
            <a:pPr>
              <a:buFont typeface="Arial"/>
              <a:buChar char="•"/>
            </a:pPr>
            <a:r>
              <a:rPr lang="en-US" sz="1050">
                <a:ea typeface="+mn-lt"/>
                <a:cs typeface="+mn-lt"/>
              </a:rPr>
              <a:t>Missing automation scripts are generated. </a:t>
            </a:r>
          </a:p>
          <a:p>
            <a:pPr>
              <a:buFont typeface="Arial"/>
              <a:buChar char="•"/>
            </a:pPr>
            <a:r>
              <a:rPr lang="en-US" sz="1050">
                <a:ea typeface="+mn-lt"/>
                <a:cs typeface="+mn-lt"/>
              </a:rPr>
              <a:t>Missing utilities are generated. </a:t>
            </a:r>
          </a:p>
          <a:p>
            <a:pPr>
              <a:buFont typeface="Arial"/>
              <a:buChar char="•"/>
            </a:pPr>
            <a:r>
              <a:rPr lang="en-US" sz="1050" dirty="0">
                <a:ea typeface="+mn-lt"/>
                <a:cs typeface="+mn-lt"/>
              </a:rPr>
              <a:t>Traceability is maintained from feature → automation asset. </a:t>
            </a:r>
            <a:endParaRPr lang="en-US" sz="800"/>
          </a:p>
          <a:p>
            <a:pPr indent="0">
              <a:buNone/>
            </a:pPr>
            <a:endParaRPr lang="en-US" sz="105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D3DA672-2893-E8DF-C25E-B3937AB9D36A}"/>
              </a:ext>
            </a:extLst>
          </p:cNvPr>
          <p:cNvSpPr txBox="1">
            <a:spLocks/>
          </p:cNvSpPr>
          <p:nvPr/>
        </p:nvSpPr>
        <p:spPr>
          <a:xfrm>
            <a:off x="6267734" y="1420742"/>
            <a:ext cx="4078406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None/>
            </a:pPr>
            <a:r>
              <a:rPr lang="en-US" sz="1000">
                <a:ea typeface="+mn-lt"/>
                <a:cs typeface="+mn-lt"/>
              </a:rPr>
              <a:t>Governance</a:t>
            </a:r>
          </a:p>
          <a:p>
            <a:pPr>
              <a:buFont typeface="Arial,Sans-Serif"/>
              <a:buChar char="•"/>
            </a:pPr>
            <a:r>
              <a:rPr lang="en-US" sz="1000">
                <a:ea typeface="+mn-lt"/>
                <a:cs typeface="+mn-lt"/>
              </a:rPr>
              <a:t>Coverage report is generated. </a:t>
            </a:r>
          </a:p>
          <a:p>
            <a:pPr>
              <a:buFont typeface="Arial,Sans-Serif"/>
              <a:buChar char="•"/>
            </a:pPr>
            <a:r>
              <a:rPr lang="en-US" sz="1000">
                <a:ea typeface="+mn-lt"/>
                <a:cs typeface="+mn-lt"/>
              </a:rPr>
              <a:t>Feature coverage = 100%. </a:t>
            </a:r>
          </a:p>
          <a:p>
            <a:pPr>
              <a:buFont typeface="Arial,Sans-Serif"/>
              <a:buChar char="•"/>
            </a:pPr>
            <a:r>
              <a:rPr lang="en-US" sz="1000">
                <a:ea typeface="+mn-lt"/>
                <a:cs typeface="+mn-lt"/>
              </a:rPr>
              <a:t>Scenario coverage = 100%. </a:t>
            </a:r>
          </a:p>
          <a:p>
            <a:pPr>
              <a:buFont typeface="Arial,Sans-Serif"/>
              <a:buChar char="•"/>
            </a:pPr>
            <a:r>
              <a:rPr lang="en-US" sz="1000">
                <a:ea typeface="+mn-lt"/>
                <a:cs typeface="+mn-lt"/>
              </a:rPr>
              <a:t>Step coverage = 100%. </a:t>
            </a:r>
          </a:p>
          <a:p>
            <a:pPr>
              <a:buFont typeface="Arial,Sans-Serif"/>
              <a:buChar char="•"/>
            </a:pPr>
            <a:r>
              <a:rPr lang="en-US" sz="1000"/>
              <a:t>Reuse percentage is reported. </a:t>
            </a:r>
          </a:p>
          <a:p>
            <a:pPr>
              <a:buFont typeface="Arial,Sans-Serif"/>
              <a:buChar char="•"/>
            </a:pPr>
            <a:r>
              <a:rPr lang="en-US" sz="1000">
                <a:ea typeface="+mn-lt"/>
                <a:cs typeface="+mn-lt"/>
              </a:rPr>
              <a:t>CP3 validation report is generated. </a:t>
            </a:r>
          </a:p>
          <a:p>
            <a:pPr>
              <a:buFont typeface="Arial,Sans-Serif"/>
              <a:buChar char="•"/>
            </a:pPr>
            <a:endParaRPr lang="en-US" sz="1000" dirty="0">
              <a:ea typeface="+mn-lt"/>
              <a:cs typeface="+mn-lt"/>
            </a:endParaRPr>
          </a:p>
          <a:p>
            <a:pPr indent="0">
              <a:buNone/>
            </a:pPr>
            <a:r>
              <a:rPr lang="en-US" sz="1000">
                <a:ea typeface="+mn-lt"/>
                <a:cs typeface="+mn-lt"/>
              </a:rPr>
              <a:t>Locator Validation</a:t>
            </a:r>
            <a:endParaRPr lang="en-US" sz="1000"/>
          </a:p>
          <a:p>
            <a:pPr>
              <a:buFont typeface="Arial,Sans-Serif"/>
              <a:buChar char="•"/>
            </a:pPr>
            <a:r>
              <a:rPr lang="en-US" sz="1000">
                <a:ea typeface="+mn-lt"/>
                <a:cs typeface="+mn-lt"/>
              </a:rPr>
              <a:t>Locator validation executes successfully. </a:t>
            </a:r>
            <a:endParaRPr lang="en-US" sz="1000"/>
          </a:p>
          <a:p>
            <a:pPr>
              <a:buFont typeface="Arial,Sans-Serif"/>
              <a:buChar char="•"/>
            </a:pPr>
            <a:r>
              <a:rPr lang="en-US" sz="1000" dirty="0">
                <a:ea typeface="+mn-lt"/>
                <a:cs typeface="+mn-lt"/>
              </a:rPr>
              <a:t>Broken locators are identified. </a:t>
            </a:r>
          </a:p>
          <a:p>
            <a:pPr>
              <a:buFont typeface="Arial,Sans-Serif"/>
              <a:buChar char="•"/>
            </a:pPr>
            <a:r>
              <a:rPr lang="en-US" sz="1000" dirty="0">
                <a:ea typeface="+mn-lt"/>
                <a:cs typeface="+mn-lt"/>
              </a:rPr>
              <a:t>Duplicate locators are identified. </a:t>
            </a:r>
            <a:endParaRPr lang="en-US" sz="1000" dirty="0"/>
          </a:p>
          <a:p>
            <a:pPr>
              <a:buFont typeface="Arial,Sans-Serif"/>
              <a:buChar char="•"/>
            </a:pPr>
            <a:r>
              <a:rPr lang="en-US" sz="1000">
                <a:ea typeface="+mn-lt"/>
                <a:cs typeface="+mn-lt"/>
              </a:rPr>
              <a:t>CP4 validation report is generated. </a:t>
            </a:r>
          </a:p>
          <a:p>
            <a:pPr indent="0">
              <a:buNone/>
            </a:pPr>
            <a:endParaRPr lang="en-US" sz="1000" dirty="0">
              <a:ea typeface="+mn-lt"/>
              <a:cs typeface="+mn-lt"/>
            </a:endParaRPr>
          </a:p>
          <a:p>
            <a:pPr>
              <a:buNone/>
            </a:pPr>
            <a:endParaRPr lang="en-US" sz="1000" dirty="0"/>
          </a:p>
          <a:p>
            <a:pPr>
              <a:buFont typeface="Arial" panose="020B0604020202020204" pitchFamily="34" charset="0"/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8152886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B5CE1-55EE-54C5-4B99-73DB484BD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807B9-916D-BDD4-2BD8-D1DCF6E1C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 of Done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92B60-9888-6560-42B8-03C5BA4A7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1879"/>
            <a:ext cx="4078406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0">
              <a:buNone/>
            </a:pPr>
            <a:r>
              <a:rPr lang="en-US" sz="1000"/>
              <a:t>Sonar Governance</a:t>
            </a:r>
          </a:p>
          <a:p>
            <a:pPr>
              <a:buFont typeface="Arial,Sans-Serif"/>
              <a:buChar char="•"/>
            </a:pPr>
            <a:r>
              <a:rPr lang="en-US" sz="1000"/>
              <a:t>SonarQube analysis executes successfully. </a:t>
            </a:r>
          </a:p>
          <a:p>
            <a:pPr>
              <a:buFont typeface="Arial,Sans-Serif"/>
              <a:buChar char="•"/>
            </a:pPr>
            <a:r>
              <a:rPr lang="en-US" sz="1000"/>
              <a:t>Quality Gate result is available. </a:t>
            </a:r>
          </a:p>
          <a:p>
            <a:pPr>
              <a:buFont typeface="Arial,Sans-Serif"/>
              <a:buChar char="•"/>
            </a:pPr>
            <a:r>
              <a:rPr lang="en-US" sz="1000"/>
              <a:t>Code smells, maintainability, and duplication metrics are generated. </a:t>
            </a:r>
          </a:p>
          <a:p>
            <a:pPr indent="0">
              <a:buNone/>
            </a:pPr>
            <a:r>
              <a:rPr lang="en-US" sz="1000"/>
              <a:t>Packaging</a:t>
            </a:r>
          </a:p>
          <a:p>
            <a:pPr>
              <a:buFont typeface="Arial,Sans-Serif"/>
              <a:buChar char="•"/>
            </a:pPr>
            <a:r>
              <a:rPr lang="en-US" sz="1000"/>
              <a:t>Validated Automation Package is generated. </a:t>
            </a:r>
          </a:p>
          <a:p>
            <a:pPr>
              <a:buFont typeface="Arial,Sans-Serif"/>
              <a:buChar char="•"/>
            </a:pPr>
            <a:r>
              <a:rPr lang="en-US" sz="1000"/>
              <a:t>Reports are generated. </a:t>
            </a:r>
          </a:p>
          <a:p>
            <a:pPr>
              <a:buFont typeface="Arial,Sans-Serif"/>
              <a:buChar char="•"/>
            </a:pPr>
            <a:r>
              <a:rPr lang="en-US" sz="1000"/>
              <a:t>Output is consumable by the Execution &amp; Quality Governance Layer. </a:t>
            </a:r>
          </a:p>
          <a:p>
            <a:pPr indent="0">
              <a:buNone/>
            </a:pPr>
            <a:r>
              <a:rPr lang="en-US" sz="1000"/>
              <a:t>Final Acceptance</a:t>
            </a:r>
          </a:p>
          <a:p>
            <a:pPr>
              <a:buFont typeface="Arial,Sans-Serif"/>
              <a:buChar char="•"/>
            </a:pPr>
            <a:r>
              <a:rPr lang="en-US" sz="1000"/>
              <a:t>CP3 status = PASSED </a:t>
            </a:r>
          </a:p>
          <a:p>
            <a:pPr>
              <a:buFont typeface="Arial,Sans-Serif"/>
              <a:buChar char="•"/>
            </a:pPr>
            <a:r>
              <a:rPr lang="en-US" sz="1000"/>
              <a:t>CP4 status = PASSED </a:t>
            </a:r>
          </a:p>
          <a:p>
            <a:pPr>
              <a:buFont typeface="Arial,Sans-Serif"/>
              <a:buChar char="•"/>
            </a:pPr>
            <a:r>
              <a:rPr lang="en-US" sz="1000"/>
              <a:t>Sonar Quality Gate = PASSED </a:t>
            </a:r>
          </a:p>
          <a:p>
            <a:pPr>
              <a:buFont typeface="Arial,Sans-Serif"/>
              <a:buChar char="•"/>
            </a:pPr>
            <a:r>
              <a:rPr lang="en-US" sz="1000"/>
              <a:t>Automation Package successfully handed off to CP5/CP6 layer</a:t>
            </a:r>
            <a:endParaRPr lang="en-US" sz="4400"/>
          </a:p>
        </p:txBody>
      </p:sp>
    </p:spTree>
    <p:extLst>
      <p:ext uri="{BB962C8B-B14F-4D97-AF65-F5344CB8AC3E}">
        <p14:creationId xmlns:p14="http://schemas.microsoft.com/office/powerpoint/2010/main" val="38550931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72F7D-469F-0177-8E1D-9CBC9341E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Estimated Effort Summary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206874F-446F-265C-D7D0-F9CB10C7CD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0414732"/>
              </p:ext>
            </p:extLst>
          </p:nvPr>
        </p:nvGraphicFramePr>
        <p:xfrm>
          <a:off x="599722" y="1502551"/>
          <a:ext cx="10992554" cy="4754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96277">
                  <a:extLst>
                    <a:ext uri="{9D8B030D-6E8A-4147-A177-3AD203B41FA5}">
                      <a16:colId xmlns:a16="http://schemas.microsoft.com/office/drawing/2014/main" val="3962659214"/>
                    </a:ext>
                  </a:extLst>
                </a:gridCol>
                <a:gridCol w="5496277">
                  <a:extLst>
                    <a:ext uri="{9D8B030D-6E8A-4147-A177-3AD203B41FA5}">
                      <a16:colId xmlns:a16="http://schemas.microsoft.com/office/drawing/2014/main" val="1475848607"/>
                    </a:ext>
                  </a:extLst>
                </a:gridCol>
              </a:tblGrid>
              <a:tr h="35970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3235250"/>
                  </a:ext>
                </a:extLst>
              </a:tr>
              <a:tr h="35970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781554"/>
                  </a:ext>
                </a:extLst>
              </a:tr>
              <a:tr h="35970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3363044"/>
                  </a:ext>
                </a:extLst>
              </a:tr>
              <a:tr h="35970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8770547"/>
                  </a:ext>
                </a:extLst>
              </a:tr>
              <a:tr h="35970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2027796"/>
                  </a:ext>
                </a:extLst>
              </a:tr>
              <a:tr h="35970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7784571"/>
                  </a:ext>
                </a:extLst>
              </a:tr>
              <a:tr h="35970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9058758"/>
                  </a:ext>
                </a:extLst>
              </a:tr>
              <a:tr h="35970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0495410"/>
                  </a:ext>
                </a:extLst>
              </a:tr>
              <a:tr h="35970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7148573"/>
                  </a:ext>
                </a:extLst>
              </a:tr>
              <a:tr h="35970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1780041"/>
                  </a:ext>
                </a:extLst>
              </a:tr>
              <a:tr h="35970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3364921"/>
                  </a:ext>
                </a:extLst>
              </a:tr>
              <a:tr h="35970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8886975"/>
                  </a:ext>
                </a:extLst>
              </a:tr>
              <a:tr h="359703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endParaRPr lang="en-US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9494085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835A5C7-484F-5591-123E-DF713FBF8D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54382"/>
              </p:ext>
            </p:extLst>
          </p:nvPr>
        </p:nvGraphicFramePr>
        <p:xfrm>
          <a:off x="599722" y="1502833"/>
          <a:ext cx="9849554" cy="4770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924777">
                  <a:extLst>
                    <a:ext uri="{9D8B030D-6E8A-4147-A177-3AD203B41FA5}">
                      <a16:colId xmlns:a16="http://schemas.microsoft.com/office/drawing/2014/main" val="3858595178"/>
                    </a:ext>
                  </a:extLst>
                </a:gridCol>
                <a:gridCol w="4924777">
                  <a:extLst>
                    <a:ext uri="{9D8B030D-6E8A-4147-A177-3AD203B41FA5}">
                      <a16:colId xmlns:a16="http://schemas.microsoft.com/office/drawing/2014/main" val="256204793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Workstream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Effort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0447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Asset Catalog &amp; Reuse Engine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4 PD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6692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Prompt Registry Integration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1 PD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3036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Step Definition Generator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3 PD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860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Page Object Generator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3 PD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11889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Test Generator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3 PD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13729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Utility Generator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1 PD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65092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Coverage Analyzer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3 PD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723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CP3 Validation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2 PD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3588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Locator Validator &amp; CP4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3 PD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322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SonarQube Governance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1 PD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6720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Outputs &amp; Testing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4 PD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0414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Total</a:t>
                      </a:r>
                      <a:endParaRPr lang="en-US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/>
                        <a:t>28 PD</a:t>
                      </a:r>
                      <a:endParaRPr lang="en-US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5051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7427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Purpose</vt:lpstr>
      <vt:lpstr>Inputs</vt:lpstr>
      <vt:lpstr>Outputs</vt:lpstr>
      <vt:lpstr>High Level Flow</vt:lpstr>
      <vt:lpstr>Key Design Principle</vt:lpstr>
      <vt:lpstr>Components</vt:lpstr>
      <vt:lpstr>Automation Asset Catalog</vt:lpstr>
      <vt:lpstr>Reuse Discovery Engine</vt:lpstr>
      <vt:lpstr>Copilot Prompt Registry</vt:lpstr>
      <vt:lpstr>Step Definition Generator</vt:lpstr>
      <vt:lpstr>Page Object Generator</vt:lpstr>
      <vt:lpstr>Test Generator</vt:lpstr>
      <vt:lpstr>Utility Generator</vt:lpstr>
      <vt:lpstr>Automation Coverage Analyzer</vt:lpstr>
      <vt:lpstr>CP3 Validation Engine</vt:lpstr>
      <vt:lpstr>Locator Validator</vt:lpstr>
      <vt:lpstr>CP4 Validation Engine</vt:lpstr>
      <vt:lpstr>SonarQube Governance</vt:lpstr>
      <vt:lpstr>Human-in-the-Loop Conditions</vt:lpstr>
      <vt:lpstr>Work Product</vt:lpstr>
      <vt:lpstr>Integration with Next Layer</vt:lpstr>
      <vt:lpstr>Handover Artifacts</vt:lpstr>
      <vt:lpstr>Implementation Task Breakdown</vt:lpstr>
      <vt:lpstr>Definition of Done</vt:lpstr>
      <vt:lpstr>Definition of Done</vt:lpstr>
      <vt:lpstr>Estimated Effort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465</cp:revision>
  <dcterms:created xsi:type="dcterms:W3CDTF">2026-06-15T10:11:16Z</dcterms:created>
  <dcterms:modified xsi:type="dcterms:W3CDTF">2026-06-15T16:47:07Z</dcterms:modified>
</cp:coreProperties>
</file>