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91" r:id="rId10"/>
    <p:sldId id="266" r:id="rId11"/>
    <p:sldId id="267" r:id="rId12"/>
    <p:sldId id="279" r:id="rId13"/>
    <p:sldId id="280" r:id="rId14"/>
    <p:sldId id="272" r:id="rId15"/>
    <p:sldId id="282" r:id="rId16"/>
    <p:sldId id="275" r:id="rId17"/>
    <p:sldId id="290" r:id="rId18"/>
    <p:sldId id="292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F3C4D-7426-F9BB-61D2-293D2C73815A}" v="776" dt="2026-06-16T14:05:34.212"/>
    <p1510:client id="{43DDD5BB-3702-705F-00FE-EB82224E2CBD}" v="521" dt="2026-06-15T11:05:20.439"/>
    <p1510:client id="{654EFC0C-31E0-4E13-3850-21381BBF1D5A}" v="406" dt="2026-06-16T08:00:43.966"/>
    <p1510:client id="{6B24E2F4-B2DA-36C3-1AEA-8C5007D46469}" v="477" dt="2026-06-15T16:47:01.232"/>
    <p1510:client id="{CE08FBFC-257D-8867-7FB5-46FAAF0FE86F}" v="636" dt="2026-06-15T11:16:39.331"/>
    <p1510:client id="{E6DE46B0-39C9-479E-FEB7-AB4BD6A69DF4}" v="1" dt="2026-06-15T14:18:27.756"/>
    <p1510:client id="{EB684B03-C2C4-CC91-30E4-18345DF5B0F3}" v="426" dt="2026-06-16T07:19:39.039"/>
    <p1510:client id="{F33BE205-CA1D-E9E6-2DA5-F334D0575B1E}" v="710" dt="2026-06-16T12:24:39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 V." userId="S::sarath.v@nestgroup.net::11759a50-5485-4f58-ac09-6b79d4ba9e0d" providerId="AD" clId="Web-{3C2F3C4D-7426-F9BB-61D2-293D2C73815A}"/>
    <pc:docChg chg="addSld delSld modSld">
      <pc:chgData name="Sarath V." userId="S::sarath.v@nestgroup.net::11759a50-5485-4f58-ac09-6b79d4ba9e0d" providerId="AD" clId="Web-{3C2F3C4D-7426-F9BB-61D2-293D2C73815A}" dt="2026-06-16T14:05:34.212" v="769" actId="20577"/>
      <pc:docMkLst>
        <pc:docMk/>
      </pc:docMkLst>
      <pc:sldChg chg="modSp">
        <pc:chgData name="Sarath V." userId="S::sarath.v@nestgroup.net::11759a50-5485-4f58-ac09-6b79d4ba9e0d" providerId="AD" clId="Web-{3C2F3C4D-7426-F9BB-61D2-293D2C73815A}" dt="2026-06-16T12:30:50.588" v="23" actId="20577"/>
        <pc:sldMkLst>
          <pc:docMk/>
          <pc:sldMk cId="2586860553" sldId="257"/>
        </pc:sldMkLst>
        <pc:spChg chg="mod">
          <ac:chgData name="Sarath V." userId="S::sarath.v@nestgroup.net::11759a50-5485-4f58-ac09-6b79d4ba9e0d" providerId="AD" clId="Web-{3C2F3C4D-7426-F9BB-61D2-293D2C73815A}" dt="2026-06-16T12:30:50.588" v="23" actId="20577"/>
          <ac:spMkLst>
            <pc:docMk/>
            <pc:sldMk cId="2586860553" sldId="257"/>
            <ac:spMk id="3" creationId="{211748B5-8CB3-10CE-6C8F-1767A485FEF0}"/>
          </ac:spMkLst>
        </pc:spChg>
      </pc:sldChg>
      <pc:sldChg chg="addSp modSp">
        <pc:chgData name="Sarath V." userId="S::sarath.v@nestgroup.net::11759a50-5485-4f58-ac09-6b79d4ba9e0d" providerId="AD" clId="Web-{3C2F3C4D-7426-F9BB-61D2-293D2C73815A}" dt="2026-06-16T12:34:07.073" v="98" actId="20577"/>
        <pc:sldMkLst>
          <pc:docMk/>
          <pc:sldMk cId="1322801298" sldId="258"/>
        </pc:sldMkLst>
        <pc:spChg chg="mod">
          <ac:chgData name="Sarath V." userId="S::sarath.v@nestgroup.net::11759a50-5485-4f58-ac09-6b79d4ba9e0d" providerId="AD" clId="Web-{3C2F3C4D-7426-F9BB-61D2-293D2C73815A}" dt="2026-06-16T12:33:37.917" v="82" actId="20577"/>
          <ac:spMkLst>
            <pc:docMk/>
            <pc:sldMk cId="1322801298" sldId="258"/>
            <ac:spMk id="3" creationId="{6E50B232-6C5A-1B23-AA17-4D30A01914E8}"/>
          </ac:spMkLst>
        </pc:spChg>
        <pc:spChg chg="add mod">
          <ac:chgData name="Sarath V." userId="S::sarath.v@nestgroup.net::11759a50-5485-4f58-ac09-6b79d4ba9e0d" providerId="AD" clId="Web-{3C2F3C4D-7426-F9BB-61D2-293D2C73815A}" dt="2026-06-16T12:34:07.073" v="98" actId="20577"/>
          <ac:spMkLst>
            <pc:docMk/>
            <pc:sldMk cId="1322801298" sldId="258"/>
            <ac:spMk id="5" creationId="{936DD25E-429C-4CB7-7ABF-932DDA000AA2}"/>
          </ac:spMkLst>
        </pc:spChg>
      </pc:sldChg>
      <pc:sldChg chg="delSp modSp">
        <pc:chgData name="Sarath V." userId="S::sarath.v@nestgroup.net::11759a50-5485-4f58-ac09-6b79d4ba9e0d" providerId="AD" clId="Web-{3C2F3C4D-7426-F9BB-61D2-293D2C73815A}" dt="2026-06-16T12:35:26.792" v="121" actId="20577"/>
        <pc:sldMkLst>
          <pc:docMk/>
          <pc:sldMk cId="2899444663" sldId="259"/>
        </pc:sldMkLst>
        <pc:spChg chg="mod">
          <ac:chgData name="Sarath V." userId="S::sarath.v@nestgroup.net::11759a50-5485-4f58-ac09-6b79d4ba9e0d" providerId="AD" clId="Web-{3C2F3C4D-7426-F9BB-61D2-293D2C73815A}" dt="2026-06-16T12:35:26.792" v="121" actId="20577"/>
          <ac:spMkLst>
            <pc:docMk/>
            <pc:sldMk cId="2899444663" sldId="259"/>
            <ac:spMk id="3" creationId="{ABBBFFA7-2192-9287-425C-5BCE1BCB7682}"/>
          </ac:spMkLst>
        </pc:spChg>
        <pc:spChg chg="del mod">
          <ac:chgData name="Sarath V." userId="S::sarath.v@nestgroup.net::11759a50-5485-4f58-ac09-6b79d4ba9e0d" providerId="AD" clId="Web-{3C2F3C4D-7426-F9BB-61D2-293D2C73815A}" dt="2026-06-16T12:34:38.042" v="100"/>
          <ac:spMkLst>
            <pc:docMk/>
            <pc:sldMk cId="2899444663" sldId="259"/>
            <ac:spMk id="5" creationId="{B8891951-B4CD-178A-9CB8-1A20CE33F46F}"/>
          </ac:spMkLst>
        </pc:spChg>
      </pc:sldChg>
      <pc:sldChg chg="addSp delSp modSp">
        <pc:chgData name="Sarath V." userId="S::sarath.v@nestgroup.net::11759a50-5485-4f58-ac09-6b79d4ba9e0d" providerId="AD" clId="Web-{3C2F3C4D-7426-F9BB-61D2-293D2C73815A}" dt="2026-06-16T12:39:34.653" v="187" actId="20577"/>
        <pc:sldMkLst>
          <pc:docMk/>
          <pc:sldMk cId="2592136649" sldId="260"/>
        </pc:sldMkLst>
        <pc:spChg chg="mod">
          <ac:chgData name="Sarath V." userId="S::sarath.v@nestgroup.net::11759a50-5485-4f58-ac09-6b79d4ba9e0d" providerId="AD" clId="Web-{3C2F3C4D-7426-F9BB-61D2-293D2C73815A}" dt="2026-06-16T12:37:20.511" v="160" actId="1076"/>
          <ac:spMkLst>
            <pc:docMk/>
            <pc:sldMk cId="2592136649" sldId="260"/>
            <ac:spMk id="3" creationId="{E8BBC3BD-2B0C-3054-1A72-F2741BB98F91}"/>
          </ac:spMkLst>
        </pc:spChg>
        <pc:spChg chg="mod">
          <ac:chgData name="Sarath V." userId="S::sarath.v@nestgroup.net::11759a50-5485-4f58-ac09-6b79d4ba9e0d" providerId="AD" clId="Web-{3C2F3C4D-7426-F9BB-61D2-293D2C73815A}" dt="2026-06-16T12:36:42.246" v="150" actId="14100"/>
          <ac:spMkLst>
            <pc:docMk/>
            <pc:sldMk cId="2592136649" sldId="260"/>
            <ac:spMk id="4" creationId="{8D6CA17B-9764-1CF7-1830-8F1586DBEE65}"/>
          </ac:spMkLst>
        </pc:spChg>
        <pc:spChg chg="del mod">
          <ac:chgData name="Sarath V." userId="S::sarath.v@nestgroup.net::11759a50-5485-4f58-ac09-6b79d4ba9e0d" providerId="AD" clId="Web-{3C2F3C4D-7426-F9BB-61D2-293D2C73815A}" dt="2026-06-16T12:37:06.683" v="155"/>
          <ac:spMkLst>
            <pc:docMk/>
            <pc:sldMk cId="2592136649" sldId="260"/>
            <ac:spMk id="5" creationId="{507C99C8-A486-0439-8F0A-458B6CAC11EB}"/>
          </ac:spMkLst>
        </pc:spChg>
        <pc:spChg chg="del mod">
          <ac:chgData name="Sarath V." userId="S::sarath.v@nestgroup.net::11759a50-5485-4f58-ac09-6b79d4ba9e0d" providerId="AD" clId="Web-{3C2F3C4D-7426-F9BB-61D2-293D2C73815A}" dt="2026-06-16T12:37:06.683" v="154"/>
          <ac:spMkLst>
            <pc:docMk/>
            <pc:sldMk cId="2592136649" sldId="260"/>
            <ac:spMk id="6" creationId="{6B67A3CF-CB53-8DAB-5B8D-C125F44A8F03}"/>
          </ac:spMkLst>
        </pc:spChg>
        <pc:spChg chg="del">
          <ac:chgData name="Sarath V." userId="S::sarath.v@nestgroup.net::11759a50-5485-4f58-ac09-6b79d4ba9e0d" providerId="AD" clId="Web-{3C2F3C4D-7426-F9BB-61D2-293D2C73815A}" dt="2026-06-16T12:35:52.574" v="130"/>
          <ac:spMkLst>
            <pc:docMk/>
            <pc:sldMk cId="2592136649" sldId="260"/>
            <ac:spMk id="7" creationId="{0D1882DD-5574-569C-D91B-7E9C8FA8579A}"/>
          </ac:spMkLst>
        </pc:spChg>
        <pc:spChg chg="del mod">
          <ac:chgData name="Sarath V." userId="S::sarath.v@nestgroup.net::11759a50-5485-4f58-ac09-6b79d4ba9e0d" providerId="AD" clId="Web-{3C2F3C4D-7426-F9BB-61D2-293D2C73815A}" dt="2026-06-16T12:37:06.683" v="153"/>
          <ac:spMkLst>
            <pc:docMk/>
            <pc:sldMk cId="2592136649" sldId="260"/>
            <ac:spMk id="8" creationId="{057F2221-6128-67EA-3E30-7E13BBB092D1}"/>
          </ac:spMkLst>
        </pc:spChg>
        <pc:spChg chg="del">
          <ac:chgData name="Sarath V." userId="S::sarath.v@nestgroup.net::11759a50-5485-4f58-ac09-6b79d4ba9e0d" providerId="AD" clId="Web-{3C2F3C4D-7426-F9BB-61D2-293D2C73815A}" dt="2026-06-16T12:35:45.886" v="129"/>
          <ac:spMkLst>
            <pc:docMk/>
            <pc:sldMk cId="2592136649" sldId="260"/>
            <ac:spMk id="9" creationId="{C105A878-8729-F69D-6E5D-6D311BD05F2E}"/>
          </ac:spMkLst>
        </pc:spChg>
        <pc:spChg chg="del">
          <ac:chgData name="Sarath V." userId="S::sarath.v@nestgroup.net::11759a50-5485-4f58-ac09-6b79d4ba9e0d" providerId="AD" clId="Web-{3C2F3C4D-7426-F9BB-61D2-293D2C73815A}" dt="2026-06-16T12:35:45.886" v="128"/>
          <ac:spMkLst>
            <pc:docMk/>
            <pc:sldMk cId="2592136649" sldId="260"/>
            <ac:spMk id="10" creationId="{60CCADBF-4D04-B735-9BC2-36CCB773D10C}"/>
          </ac:spMkLst>
        </pc:spChg>
        <pc:spChg chg="del">
          <ac:chgData name="Sarath V." userId="S::sarath.v@nestgroup.net::11759a50-5485-4f58-ac09-6b79d4ba9e0d" providerId="AD" clId="Web-{3C2F3C4D-7426-F9BB-61D2-293D2C73815A}" dt="2026-06-16T12:35:45.886" v="127"/>
          <ac:spMkLst>
            <pc:docMk/>
            <pc:sldMk cId="2592136649" sldId="260"/>
            <ac:spMk id="11" creationId="{85FB3080-17D9-353F-204C-6D99B82AB142}"/>
          </ac:spMkLst>
        </pc:spChg>
        <pc:spChg chg="del mod">
          <ac:chgData name="Sarath V." userId="S::sarath.v@nestgroup.net::11759a50-5485-4f58-ac09-6b79d4ba9e0d" providerId="AD" clId="Web-{3C2F3C4D-7426-F9BB-61D2-293D2C73815A}" dt="2026-06-16T12:37:06.683" v="152"/>
          <ac:spMkLst>
            <pc:docMk/>
            <pc:sldMk cId="2592136649" sldId="260"/>
            <ac:spMk id="12" creationId="{5B199168-7D25-279D-8ADA-E06BFE653BFC}"/>
          </ac:spMkLst>
        </pc:spChg>
        <pc:spChg chg="del mod">
          <ac:chgData name="Sarath V." userId="S::sarath.v@nestgroup.net::11759a50-5485-4f58-ac09-6b79d4ba9e0d" providerId="AD" clId="Web-{3C2F3C4D-7426-F9BB-61D2-293D2C73815A}" dt="2026-06-16T12:37:06.683" v="151"/>
          <ac:spMkLst>
            <pc:docMk/>
            <pc:sldMk cId="2592136649" sldId="260"/>
            <ac:spMk id="13" creationId="{95361FFD-8D98-47EB-0F74-E6F510DB1593}"/>
          </ac:spMkLst>
        </pc:spChg>
        <pc:spChg chg="mod">
          <ac:chgData name="Sarath V." userId="S::sarath.v@nestgroup.net::11759a50-5485-4f58-ac09-6b79d4ba9e0d" providerId="AD" clId="Web-{3C2F3C4D-7426-F9BB-61D2-293D2C73815A}" dt="2026-06-16T12:37:20.480" v="156" actId="1076"/>
          <ac:spMkLst>
            <pc:docMk/>
            <pc:sldMk cId="2592136649" sldId="260"/>
            <ac:spMk id="14" creationId="{6488F765-FE18-388A-CC22-C00B76A7F65D}"/>
          </ac:spMkLst>
        </pc:spChg>
        <pc:spChg chg="del">
          <ac:chgData name="Sarath V." userId="S::sarath.v@nestgroup.net::11759a50-5485-4f58-ac09-6b79d4ba9e0d" providerId="AD" clId="Web-{3C2F3C4D-7426-F9BB-61D2-293D2C73815A}" dt="2026-06-16T12:35:45.886" v="126"/>
          <ac:spMkLst>
            <pc:docMk/>
            <pc:sldMk cId="2592136649" sldId="260"/>
            <ac:spMk id="15" creationId="{1449A073-C727-A028-7AB5-DC8C07654810}"/>
          </ac:spMkLst>
        </pc:spChg>
        <pc:spChg chg="mod">
          <ac:chgData name="Sarath V." userId="S::sarath.v@nestgroup.net::11759a50-5485-4f58-ac09-6b79d4ba9e0d" providerId="AD" clId="Web-{3C2F3C4D-7426-F9BB-61D2-293D2C73815A}" dt="2026-06-16T12:37:38.230" v="163" actId="1076"/>
          <ac:spMkLst>
            <pc:docMk/>
            <pc:sldMk cId="2592136649" sldId="260"/>
            <ac:spMk id="16" creationId="{689FED06-0611-9B4D-03EE-A6CC7BCCFBC1}"/>
          </ac:spMkLst>
        </pc:spChg>
        <pc:spChg chg="del">
          <ac:chgData name="Sarath V." userId="S::sarath.v@nestgroup.net::11759a50-5485-4f58-ac09-6b79d4ba9e0d" providerId="AD" clId="Web-{3C2F3C4D-7426-F9BB-61D2-293D2C73815A}" dt="2026-06-16T12:35:45.886" v="125"/>
          <ac:spMkLst>
            <pc:docMk/>
            <pc:sldMk cId="2592136649" sldId="260"/>
            <ac:spMk id="17" creationId="{644CB6C4-196D-2343-99E5-FD5DE9CC3F81}"/>
          </ac:spMkLst>
        </pc:spChg>
        <pc:spChg chg="del">
          <ac:chgData name="Sarath V." userId="S::sarath.v@nestgroup.net::11759a50-5485-4f58-ac09-6b79d4ba9e0d" providerId="AD" clId="Web-{3C2F3C4D-7426-F9BB-61D2-293D2C73815A}" dt="2026-06-16T12:35:54.261" v="131"/>
          <ac:spMkLst>
            <pc:docMk/>
            <pc:sldMk cId="2592136649" sldId="260"/>
            <ac:spMk id="18" creationId="{23386491-EF98-5308-B55D-974E6E1CFBE7}"/>
          </ac:spMkLst>
        </pc:spChg>
        <pc:spChg chg="del">
          <ac:chgData name="Sarath V." userId="S::sarath.v@nestgroup.net::11759a50-5485-4f58-ac09-6b79d4ba9e0d" providerId="AD" clId="Web-{3C2F3C4D-7426-F9BB-61D2-293D2C73815A}" dt="2026-06-16T12:35:45.886" v="124"/>
          <ac:spMkLst>
            <pc:docMk/>
            <pc:sldMk cId="2592136649" sldId="260"/>
            <ac:spMk id="19" creationId="{3B82A71F-9FAA-5B0A-7E7A-C8FF3C8D1940}"/>
          </ac:spMkLst>
        </pc:spChg>
        <pc:spChg chg="mod">
          <ac:chgData name="Sarath V." userId="S::sarath.v@nestgroup.net::11759a50-5485-4f58-ac09-6b79d4ba9e0d" providerId="AD" clId="Web-{3C2F3C4D-7426-F9BB-61D2-293D2C73815A}" dt="2026-06-16T12:37:20.496" v="158" actId="1076"/>
          <ac:spMkLst>
            <pc:docMk/>
            <pc:sldMk cId="2592136649" sldId="260"/>
            <ac:spMk id="20" creationId="{BA78D0E7-6E7C-E398-4D1B-ADFFF5058407}"/>
          </ac:spMkLst>
        </pc:spChg>
        <pc:spChg chg="mod">
          <ac:chgData name="Sarath V." userId="S::sarath.v@nestgroup.net::11759a50-5485-4f58-ac09-6b79d4ba9e0d" providerId="AD" clId="Web-{3C2F3C4D-7426-F9BB-61D2-293D2C73815A}" dt="2026-06-16T12:38:17.793" v="173" actId="14100"/>
          <ac:spMkLst>
            <pc:docMk/>
            <pc:sldMk cId="2592136649" sldId="260"/>
            <ac:spMk id="21" creationId="{CE970E82-0366-7BA0-5B3B-7EB65F3EB529}"/>
          </ac:spMkLst>
        </pc:spChg>
        <pc:spChg chg="del">
          <ac:chgData name="Sarath V." userId="S::sarath.v@nestgroup.net::11759a50-5485-4f58-ac09-6b79d4ba9e0d" providerId="AD" clId="Web-{3C2F3C4D-7426-F9BB-61D2-293D2C73815A}" dt="2026-06-16T12:35:45.886" v="123"/>
          <ac:spMkLst>
            <pc:docMk/>
            <pc:sldMk cId="2592136649" sldId="260"/>
            <ac:spMk id="22" creationId="{381F8D9C-EC84-89A3-4DFA-5316D448549F}"/>
          </ac:spMkLst>
        </pc:spChg>
        <pc:spChg chg="del">
          <ac:chgData name="Sarath V." userId="S::sarath.v@nestgroup.net::11759a50-5485-4f58-ac09-6b79d4ba9e0d" providerId="AD" clId="Web-{3C2F3C4D-7426-F9BB-61D2-293D2C73815A}" dt="2026-06-16T12:35:45.886" v="122"/>
          <ac:spMkLst>
            <pc:docMk/>
            <pc:sldMk cId="2592136649" sldId="260"/>
            <ac:spMk id="23" creationId="{2AFAD697-3E7D-B284-BDA0-8A02E4FBF12E}"/>
          </ac:spMkLst>
        </pc:spChg>
        <pc:spChg chg="add mod">
          <ac:chgData name="Sarath V." userId="S::sarath.v@nestgroup.net::11759a50-5485-4f58-ac09-6b79d4ba9e0d" providerId="AD" clId="Web-{3C2F3C4D-7426-F9BB-61D2-293D2C73815A}" dt="2026-06-16T12:38:27.652" v="174" actId="20577"/>
          <ac:spMkLst>
            <pc:docMk/>
            <pc:sldMk cId="2592136649" sldId="260"/>
            <ac:spMk id="24" creationId="{8C1029D7-2D2D-4F5F-EDFB-01D6B896ADFE}"/>
          </ac:spMkLst>
        </pc:spChg>
        <pc:spChg chg="add mod">
          <ac:chgData name="Sarath V." userId="S::sarath.v@nestgroup.net::11759a50-5485-4f58-ac09-6b79d4ba9e0d" providerId="AD" clId="Web-{3C2F3C4D-7426-F9BB-61D2-293D2C73815A}" dt="2026-06-16T12:38:35.512" v="175" actId="20577"/>
          <ac:spMkLst>
            <pc:docMk/>
            <pc:sldMk cId="2592136649" sldId="260"/>
            <ac:spMk id="25" creationId="{53F09FEC-961A-3030-17E4-2463070AA6F1}"/>
          </ac:spMkLst>
        </pc:spChg>
        <pc:spChg chg="add mod">
          <ac:chgData name="Sarath V." userId="S::sarath.v@nestgroup.net::11759a50-5485-4f58-ac09-6b79d4ba9e0d" providerId="AD" clId="Web-{3C2F3C4D-7426-F9BB-61D2-293D2C73815A}" dt="2026-06-16T12:39:34.653" v="187" actId="20577"/>
          <ac:spMkLst>
            <pc:docMk/>
            <pc:sldMk cId="2592136649" sldId="260"/>
            <ac:spMk id="26" creationId="{8DD7C804-2EF1-E887-FFDF-1861B659CE97}"/>
          </ac:spMkLst>
        </pc:spChg>
        <pc:spChg chg="add mod">
          <ac:chgData name="Sarath V." userId="S::sarath.v@nestgroup.net::11759a50-5485-4f58-ac09-6b79d4ba9e0d" providerId="AD" clId="Web-{3C2F3C4D-7426-F9BB-61D2-293D2C73815A}" dt="2026-06-16T12:39:14.684" v="184" actId="20577"/>
          <ac:spMkLst>
            <pc:docMk/>
            <pc:sldMk cId="2592136649" sldId="260"/>
            <ac:spMk id="27" creationId="{0CC2F072-35C7-72F2-FBCB-20198D6515EC}"/>
          </ac:spMkLst>
        </pc:spChg>
        <pc:spChg chg="add mod">
          <ac:chgData name="Sarath V." userId="S::sarath.v@nestgroup.net::11759a50-5485-4f58-ac09-6b79d4ba9e0d" providerId="AD" clId="Web-{3C2F3C4D-7426-F9BB-61D2-293D2C73815A}" dt="2026-06-16T12:39:17.496" v="185" actId="20577"/>
          <ac:spMkLst>
            <pc:docMk/>
            <pc:sldMk cId="2592136649" sldId="260"/>
            <ac:spMk id="28" creationId="{B13BB9D0-2D9F-1BBA-BE36-D93B47B0D437}"/>
          </ac:spMkLst>
        </pc:spChg>
      </pc:sldChg>
      <pc:sldChg chg="delSp modSp">
        <pc:chgData name="Sarath V." userId="S::sarath.v@nestgroup.net::11759a50-5485-4f58-ac09-6b79d4ba9e0d" providerId="AD" clId="Web-{3C2F3C4D-7426-F9BB-61D2-293D2C73815A}" dt="2026-06-16T12:40:50.278" v="216" actId="20577"/>
        <pc:sldMkLst>
          <pc:docMk/>
          <pc:sldMk cId="2483865992" sldId="261"/>
        </pc:sldMkLst>
        <pc:spChg chg="mod">
          <ac:chgData name="Sarath V." userId="S::sarath.v@nestgroup.net::11759a50-5485-4f58-ac09-6b79d4ba9e0d" providerId="AD" clId="Web-{3C2F3C4D-7426-F9BB-61D2-293D2C73815A}" dt="2026-06-16T12:40:50.278" v="216" actId="20577"/>
          <ac:spMkLst>
            <pc:docMk/>
            <pc:sldMk cId="2483865992" sldId="261"/>
            <ac:spMk id="3" creationId="{9BAE228B-D27A-2C80-036D-611D2886614D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84" v="204"/>
          <ac:spMkLst>
            <pc:docMk/>
            <pc:sldMk cId="2483865992" sldId="261"/>
            <ac:spMk id="5" creationId="{45460B37-FD08-CFD6-78BA-F8FF8D358525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84" v="203"/>
          <ac:spMkLst>
            <pc:docMk/>
            <pc:sldMk cId="2483865992" sldId="261"/>
            <ac:spMk id="7" creationId="{16F6E803-4809-9C30-8A23-01396ACFE57C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84" v="202"/>
          <ac:spMkLst>
            <pc:docMk/>
            <pc:sldMk cId="2483865992" sldId="261"/>
            <ac:spMk id="9" creationId="{48C97961-9CF2-B3A1-996E-28363716B8D5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84" v="201"/>
          <ac:spMkLst>
            <pc:docMk/>
            <pc:sldMk cId="2483865992" sldId="261"/>
            <ac:spMk id="10" creationId="{315506CF-AC2D-0436-F7E6-2CFC131BD3B5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84" v="200"/>
          <ac:spMkLst>
            <pc:docMk/>
            <pc:sldMk cId="2483865992" sldId="261"/>
            <ac:spMk id="11" creationId="{AA7F64F0-44E1-D146-779F-CB8F04EE4B4F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84" v="199"/>
          <ac:spMkLst>
            <pc:docMk/>
            <pc:sldMk cId="2483865992" sldId="261"/>
            <ac:spMk id="12" creationId="{9DDE4B56-E20A-15D1-F7ED-DE4B7E9D4D2F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84" v="198"/>
          <ac:spMkLst>
            <pc:docMk/>
            <pc:sldMk cId="2483865992" sldId="261"/>
            <ac:spMk id="13" creationId="{F99C76D2-D097-C471-C402-741C2CF2A36A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68" v="197"/>
          <ac:spMkLst>
            <pc:docMk/>
            <pc:sldMk cId="2483865992" sldId="261"/>
            <ac:spMk id="14" creationId="{FE37668E-A48D-3F9F-7D81-5C955834B99D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68" v="196"/>
          <ac:spMkLst>
            <pc:docMk/>
            <pc:sldMk cId="2483865992" sldId="261"/>
            <ac:spMk id="15" creationId="{E528B292-4905-B4BE-4A10-14F98CAEC9DC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68" v="195"/>
          <ac:spMkLst>
            <pc:docMk/>
            <pc:sldMk cId="2483865992" sldId="261"/>
            <ac:spMk id="16" creationId="{FEA195A9-863A-B2BB-7921-EDA6D996A792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68" v="194"/>
          <ac:spMkLst>
            <pc:docMk/>
            <pc:sldMk cId="2483865992" sldId="261"/>
            <ac:spMk id="17" creationId="{6AC68EAF-5BA3-AD42-BE09-2398DF144660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68" v="193"/>
          <ac:spMkLst>
            <pc:docMk/>
            <pc:sldMk cId="2483865992" sldId="261"/>
            <ac:spMk id="18" creationId="{06434641-0669-92CE-D372-E09A14020F52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68" v="192"/>
          <ac:spMkLst>
            <pc:docMk/>
            <pc:sldMk cId="2483865992" sldId="261"/>
            <ac:spMk id="19" creationId="{1C0B384A-487B-A697-3B7E-0AD60F806BD6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68" v="191"/>
          <ac:spMkLst>
            <pc:docMk/>
            <pc:sldMk cId="2483865992" sldId="261"/>
            <ac:spMk id="20" creationId="{88FB9BD1-0AB8-EAF8-43C6-DE9BF7E602D0}"/>
          </ac:spMkLst>
        </pc:spChg>
        <pc:spChg chg="del">
          <ac:chgData name="Sarath V." userId="S::sarath.v@nestgroup.net::11759a50-5485-4f58-ac09-6b79d4ba9e0d" providerId="AD" clId="Web-{3C2F3C4D-7426-F9BB-61D2-293D2C73815A}" dt="2026-06-16T12:40:21.668" v="190"/>
          <ac:spMkLst>
            <pc:docMk/>
            <pc:sldMk cId="2483865992" sldId="261"/>
            <ac:spMk id="21" creationId="{683DDBBC-68AA-AEF6-0DCC-C70AE7FBA984}"/>
          </ac:spMkLst>
        </pc:spChg>
      </pc:sldChg>
      <pc:sldChg chg="addSp delSp modSp">
        <pc:chgData name="Sarath V." userId="S::sarath.v@nestgroup.net::11759a50-5485-4f58-ac09-6b79d4ba9e0d" providerId="AD" clId="Web-{3C2F3C4D-7426-F9BB-61D2-293D2C73815A}" dt="2026-06-16T12:41:10.715" v="218"/>
        <pc:sldMkLst>
          <pc:docMk/>
          <pc:sldMk cId="1095280568" sldId="262"/>
        </pc:sldMkLst>
        <pc:spChg chg="add del mod">
          <ac:chgData name="Sarath V." userId="S::sarath.v@nestgroup.net::11759a50-5485-4f58-ac09-6b79d4ba9e0d" providerId="AD" clId="Web-{3C2F3C4D-7426-F9BB-61D2-293D2C73815A}" dt="2026-06-16T12:41:10.715" v="218"/>
          <ac:spMkLst>
            <pc:docMk/>
            <pc:sldMk cId="1095280568" sldId="262"/>
            <ac:spMk id="4" creationId="{8F60A9FF-8F00-103D-66C7-CC9DF8F0310B}"/>
          </ac:spMkLst>
        </pc:spChg>
        <pc:graphicFrameChg chg="del">
          <ac:chgData name="Sarath V." userId="S::sarath.v@nestgroup.net::11759a50-5485-4f58-ac09-6b79d4ba9e0d" providerId="AD" clId="Web-{3C2F3C4D-7426-F9BB-61D2-293D2C73815A}" dt="2026-06-16T12:41:09.903" v="217"/>
          <ac:graphicFrameMkLst>
            <pc:docMk/>
            <pc:sldMk cId="1095280568" sldId="262"/>
            <ac:graphicFrameMk id="6" creationId="{B33F2E09-7DF2-0958-B0E8-8A9034015D0B}"/>
          </ac:graphicFrameMkLst>
        </pc:graphicFrameChg>
        <pc:graphicFrameChg chg="add mod ord modGraphic">
          <ac:chgData name="Sarath V." userId="S::sarath.v@nestgroup.net::11759a50-5485-4f58-ac09-6b79d4ba9e0d" providerId="AD" clId="Web-{3C2F3C4D-7426-F9BB-61D2-293D2C73815A}" dt="2026-06-16T12:41:10.715" v="218"/>
          <ac:graphicFrameMkLst>
            <pc:docMk/>
            <pc:sldMk cId="1095280568" sldId="262"/>
            <ac:graphicFrameMk id="7" creationId="{58E8041D-56F9-310C-D9C2-0F07473DA9DF}"/>
          </ac:graphicFrameMkLst>
        </pc:graphicFrameChg>
      </pc:sldChg>
      <pc:sldChg chg="addSp delSp modSp">
        <pc:chgData name="Sarath V." userId="S::sarath.v@nestgroup.net::11759a50-5485-4f58-ac09-6b79d4ba9e0d" providerId="AD" clId="Web-{3C2F3C4D-7426-F9BB-61D2-293D2C73815A}" dt="2026-06-16T13:34:54.611" v="263" actId="20577"/>
        <pc:sldMkLst>
          <pc:docMk/>
          <pc:sldMk cId="4177215481" sldId="263"/>
        </pc:sldMkLst>
        <pc:spChg chg="mod">
          <ac:chgData name="Sarath V." userId="S::sarath.v@nestgroup.net::11759a50-5485-4f58-ac09-6b79d4ba9e0d" providerId="AD" clId="Web-{3C2F3C4D-7426-F9BB-61D2-293D2C73815A}" dt="2026-06-16T13:33:22.765" v="220" actId="20577"/>
          <ac:spMkLst>
            <pc:docMk/>
            <pc:sldMk cId="4177215481" sldId="263"/>
            <ac:spMk id="2" creationId="{65DB7971-1E7C-6131-EB60-1E742F183BC5}"/>
          </ac:spMkLst>
        </pc:spChg>
        <pc:spChg chg="add mod">
          <ac:chgData name="Sarath V." userId="S::sarath.v@nestgroup.net::11759a50-5485-4f58-ac09-6b79d4ba9e0d" providerId="AD" clId="Web-{3C2F3C4D-7426-F9BB-61D2-293D2C73815A}" dt="2026-06-16T13:34:54.611" v="263" actId="20577"/>
          <ac:spMkLst>
            <pc:docMk/>
            <pc:sldMk cId="4177215481" sldId="263"/>
            <ac:spMk id="3" creationId="{9F9A0FCC-57EC-5883-843A-0135F0B2BC5F}"/>
          </ac:spMkLst>
        </pc:spChg>
        <pc:graphicFrameChg chg="del">
          <ac:chgData name="Sarath V." userId="S::sarath.v@nestgroup.net::11759a50-5485-4f58-ac09-6b79d4ba9e0d" providerId="AD" clId="Web-{3C2F3C4D-7426-F9BB-61D2-293D2C73815A}" dt="2026-06-16T13:33:30.703" v="221"/>
          <ac:graphicFrameMkLst>
            <pc:docMk/>
            <pc:sldMk cId="4177215481" sldId="263"/>
            <ac:graphicFrameMk id="8" creationId="{064DFD41-64DF-A22A-E6D5-4FBF1CDE5CD0}"/>
          </ac:graphicFrameMkLst>
        </pc:graphicFrameChg>
      </pc:sldChg>
      <pc:sldChg chg="addSp delSp modSp">
        <pc:chgData name="Sarath V." userId="S::sarath.v@nestgroup.net::11759a50-5485-4f58-ac09-6b79d4ba9e0d" providerId="AD" clId="Web-{3C2F3C4D-7426-F9BB-61D2-293D2C73815A}" dt="2026-06-16T13:45:09.358" v="406"/>
        <pc:sldMkLst>
          <pc:docMk/>
          <pc:sldMk cId="641395149" sldId="264"/>
        </pc:sldMkLst>
        <pc:spChg chg="mod">
          <ac:chgData name="Sarath V." userId="S::sarath.v@nestgroup.net::11759a50-5485-4f58-ac09-6b79d4ba9e0d" providerId="AD" clId="Web-{3C2F3C4D-7426-F9BB-61D2-293D2C73815A}" dt="2026-06-16T13:35:01.970" v="264" actId="20577"/>
          <ac:spMkLst>
            <pc:docMk/>
            <pc:sldMk cId="641395149" sldId="264"/>
            <ac:spMk id="2" creationId="{45CCA737-DA9E-3EA7-2DE1-5A1C27C7849B}"/>
          </ac:spMkLst>
        </pc:spChg>
        <pc:spChg chg="add mod">
          <ac:chgData name="Sarath V." userId="S::sarath.v@nestgroup.net::11759a50-5485-4f58-ac09-6b79d4ba9e0d" providerId="AD" clId="Web-{3C2F3C4D-7426-F9BB-61D2-293D2C73815A}" dt="2026-06-16T13:37:16.364" v="303" actId="20577"/>
          <ac:spMkLst>
            <pc:docMk/>
            <pc:sldMk cId="641395149" sldId="264"/>
            <ac:spMk id="3" creationId="{9EC7B97A-1923-D5E5-85ED-270784F60287}"/>
          </ac:spMkLst>
        </pc:spChg>
        <pc:spChg chg="add mod">
          <ac:chgData name="Sarath V." userId="S::sarath.v@nestgroup.net::11759a50-5485-4f58-ac09-6b79d4ba9e0d" providerId="AD" clId="Web-{3C2F3C4D-7426-F9BB-61D2-293D2C73815A}" dt="2026-06-16T13:42:37.636" v="378" actId="1076"/>
          <ac:spMkLst>
            <pc:docMk/>
            <pc:sldMk cId="641395149" sldId="264"/>
            <ac:spMk id="4" creationId="{DFDAC3DB-A5CD-000D-2C21-C9BE911CBB1F}"/>
          </ac:spMkLst>
        </pc:spChg>
        <pc:spChg chg="mod">
          <ac:chgData name="Sarath V." userId="S::sarath.v@nestgroup.net::11759a50-5485-4f58-ac09-6b79d4ba9e0d" providerId="AD" clId="Web-{3C2F3C4D-7426-F9BB-61D2-293D2C73815A}" dt="2026-06-16T13:36:06.222" v="289" actId="14100"/>
          <ac:spMkLst>
            <pc:docMk/>
            <pc:sldMk cId="641395149" sldId="264"/>
            <ac:spMk id="5" creationId="{FC20168E-7B8E-7D86-C234-61063AAF80DC}"/>
          </ac:spMkLst>
        </pc:spChg>
        <pc:spChg chg="add mod">
          <ac:chgData name="Sarath V." userId="S::sarath.v@nestgroup.net::11759a50-5485-4f58-ac09-6b79d4ba9e0d" providerId="AD" clId="Web-{3C2F3C4D-7426-F9BB-61D2-293D2C73815A}" dt="2026-06-16T13:42:46.730" v="379" actId="1076"/>
          <ac:spMkLst>
            <pc:docMk/>
            <pc:sldMk cId="641395149" sldId="264"/>
            <ac:spMk id="6" creationId="{E8ACCBEF-9F60-4066-EEB4-1AED364F25B0}"/>
          </ac:spMkLst>
        </pc:spChg>
        <pc:spChg chg="mod">
          <ac:chgData name="Sarath V." userId="S::sarath.v@nestgroup.net::11759a50-5485-4f58-ac09-6b79d4ba9e0d" providerId="AD" clId="Web-{3C2F3C4D-7426-F9BB-61D2-293D2C73815A}" dt="2026-06-16T13:36:30.394" v="296" actId="20577"/>
          <ac:spMkLst>
            <pc:docMk/>
            <pc:sldMk cId="641395149" sldId="264"/>
            <ac:spMk id="7" creationId="{7D6AFB08-7B95-2B98-36FA-89B3FA8BA8DA}"/>
          </ac:spMkLst>
        </pc:spChg>
        <pc:spChg chg="add mod">
          <ac:chgData name="Sarath V." userId="S::sarath.v@nestgroup.net::11759a50-5485-4f58-ac09-6b79d4ba9e0d" providerId="AD" clId="Web-{3C2F3C4D-7426-F9BB-61D2-293D2C73815A}" dt="2026-06-16T13:42:46.746" v="380" actId="1076"/>
          <ac:spMkLst>
            <pc:docMk/>
            <pc:sldMk cId="641395149" sldId="264"/>
            <ac:spMk id="8" creationId="{AFFF2106-7907-6851-DF6B-099A7D5E0C56}"/>
          </ac:spMkLst>
        </pc:spChg>
        <pc:spChg chg="add mod">
          <ac:chgData name="Sarath V." userId="S::sarath.v@nestgroup.net::11759a50-5485-4f58-ac09-6b79d4ba9e0d" providerId="AD" clId="Web-{3C2F3C4D-7426-F9BB-61D2-293D2C73815A}" dt="2026-06-16T13:42:46.746" v="381" actId="1076"/>
          <ac:spMkLst>
            <pc:docMk/>
            <pc:sldMk cId="641395149" sldId="264"/>
            <ac:spMk id="9" creationId="{B8117280-C51B-B320-D0D3-29870D6CFB77}"/>
          </ac:spMkLst>
        </pc:spChg>
        <pc:spChg chg="add del mod">
          <ac:chgData name="Sarath V." userId="S::sarath.v@nestgroup.net::11759a50-5485-4f58-ac09-6b79d4ba9e0d" providerId="AD" clId="Web-{3C2F3C4D-7426-F9BB-61D2-293D2C73815A}" dt="2026-06-16T13:41:33.322" v="362"/>
          <ac:spMkLst>
            <pc:docMk/>
            <pc:sldMk cId="641395149" sldId="264"/>
            <ac:spMk id="10" creationId="{F67554BA-59A3-A5BA-327E-6E1BBF952CD9}"/>
          </ac:spMkLst>
        </pc:spChg>
        <pc:spChg chg="add del mod">
          <ac:chgData name="Sarath V." userId="S::sarath.v@nestgroup.net::11759a50-5485-4f58-ac09-6b79d4ba9e0d" providerId="AD" clId="Web-{3C2F3C4D-7426-F9BB-61D2-293D2C73815A}" dt="2026-06-16T13:41:59.354" v="369"/>
          <ac:spMkLst>
            <pc:docMk/>
            <pc:sldMk cId="641395149" sldId="264"/>
            <ac:spMk id="11" creationId="{96F8F63D-E01C-BBA6-942E-9BFF08963042}"/>
          </ac:spMkLst>
        </pc:spChg>
        <pc:spChg chg="add del mod">
          <ac:chgData name="Sarath V." userId="S::sarath.v@nestgroup.net::11759a50-5485-4f58-ac09-6b79d4ba9e0d" providerId="AD" clId="Web-{3C2F3C4D-7426-F9BB-61D2-293D2C73815A}" dt="2026-06-16T13:41:59.354" v="368"/>
          <ac:spMkLst>
            <pc:docMk/>
            <pc:sldMk cId="641395149" sldId="264"/>
            <ac:spMk id="12" creationId="{B155F481-B191-736B-B937-9F4518431E2A}"/>
          </ac:spMkLst>
        </pc:spChg>
        <pc:spChg chg="add del mod">
          <ac:chgData name="Sarath V." userId="S::sarath.v@nestgroup.net::11759a50-5485-4f58-ac09-6b79d4ba9e0d" providerId="AD" clId="Web-{3C2F3C4D-7426-F9BB-61D2-293D2C73815A}" dt="2026-06-16T13:41:59.354" v="367"/>
          <ac:spMkLst>
            <pc:docMk/>
            <pc:sldMk cId="641395149" sldId="264"/>
            <ac:spMk id="13" creationId="{57E7C48F-C8C5-1393-5290-EF33EA574607}"/>
          </ac:spMkLst>
        </pc:spChg>
        <pc:spChg chg="add del mod">
          <ac:chgData name="Sarath V." userId="S::sarath.v@nestgroup.net::11759a50-5485-4f58-ac09-6b79d4ba9e0d" providerId="AD" clId="Web-{3C2F3C4D-7426-F9BB-61D2-293D2C73815A}" dt="2026-06-16T13:41:59.354" v="366"/>
          <ac:spMkLst>
            <pc:docMk/>
            <pc:sldMk cId="641395149" sldId="264"/>
            <ac:spMk id="14" creationId="{6B067CB2-26FA-68F9-976C-FA9AADC5608E}"/>
          </ac:spMkLst>
        </pc:spChg>
        <pc:spChg chg="add mod">
          <ac:chgData name="Sarath V." userId="S::sarath.v@nestgroup.net::11759a50-5485-4f58-ac09-6b79d4ba9e0d" providerId="AD" clId="Web-{3C2F3C4D-7426-F9BB-61D2-293D2C73815A}" dt="2026-06-16T13:45:09.264" v="402"/>
          <ac:spMkLst>
            <pc:docMk/>
            <pc:sldMk cId="641395149" sldId="264"/>
            <ac:spMk id="15" creationId="{975BEEB3-78F0-4F37-7F67-F8FC4323BBE6}"/>
          </ac:spMkLst>
        </pc:spChg>
        <pc:spChg chg="add mod">
          <ac:chgData name="Sarath V." userId="S::sarath.v@nestgroup.net::11759a50-5485-4f58-ac09-6b79d4ba9e0d" providerId="AD" clId="Web-{3C2F3C4D-7426-F9BB-61D2-293D2C73815A}" dt="2026-06-16T13:45:09.280" v="403"/>
          <ac:spMkLst>
            <pc:docMk/>
            <pc:sldMk cId="641395149" sldId="264"/>
            <ac:spMk id="16" creationId="{D809E76B-7A55-B081-1DC6-85E64ECEF3F9}"/>
          </ac:spMkLst>
        </pc:spChg>
        <pc:spChg chg="add mod">
          <ac:chgData name="Sarath V." userId="S::sarath.v@nestgroup.net::11759a50-5485-4f58-ac09-6b79d4ba9e0d" providerId="AD" clId="Web-{3C2F3C4D-7426-F9BB-61D2-293D2C73815A}" dt="2026-06-16T13:45:09.280" v="404"/>
          <ac:spMkLst>
            <pc:docMk/>
            <pc:sldMk cId="641395149" sldId="264"/>
            <ac:spMk id="17" creationId="{59D26EA9-9F3D-0752-7653-49CEB355315D}"/>
          </ac:spMkLst>
        </pc:spChg>
        <pc:spChg chg="add mod">
          <ac:chgData name="Sarath V." userId="S::sarath.v@nestgroup.net::11759a50-5485-4f58-ac09-6b79d4ba9e0d" providerId="AD" clId="Web-{3C2F3C4D-7426-F9BB-61D2-293D2C73815A}" dt="2026-06-16T13:45:09.280" v="405"/>
          <ac:spMkLst>
            <pc:docMk/>
            <pc:sldMk cId="641395149" sldId="264"/>
            <ac:spMk id="18" creationId="{E08925CE-021E-C9F7-09C3-FDCC829D58E6}"/>
          </ac:spMkLst>
        </pc:spChg>
        <pc:spChg chg="add mod">
          <ac:chgData name="Sarath V." userId="S::sarath.v@nestgroup.net::11759a50-5485-4f58-ac09-6b79d4ba9e0d" providerId="AD" clId="Web-{3C2F3C4D-7426-F9BB-61D2-293D2C73815A}" dt="2026-06-16T13:45:09.358" v="406"/>
          <ac:spMkLst>
            <pc:docMk/>
            <pc:sldMk cId="641395149" sldId="264"/>
            <ac:spMk id="19" creationId="{115306D8-9A45-DD3D-5856-A919D4E88636}"/>
          </ac:spMkLst>
        </pc:spChg>
        <pc:spChg chg="add mod">
          <ac:chgData name="Sarath V." userId="S::sarath.v@nestgroup.net::11759a50-5485-4f58-ac09-6b79d4ba9e0d" providerId="AD" clId="Web-{3C2F3C4D-7426-F9BB-61D2-293D2C73815A}" dt="2026-06-16T13:44:49.201" v="401" actId="14100"/>
          <ac:spMkLst>
            <pc:docMk/>
            <pc:sldMk cId="641395149" sldId="264"/>
            <ac:spMk id="20" creationId="{20EC48F0-C60E-E7ED-C235-F1523D1DAAC1}"/>
          </ac:spMkLst>
        </pc:spChg>
      </pc:sldChg>
      <pc:sldChg chg="modSp del">
        <pc:chgData name="Sarath V." userId="S::sarath.v@nestgroup.net::11759a50-5485-4f58-ac09-6b79d4ba9e0d" providerId="AD" clId="Web-{3C2F3C4D-7426-F9BB-61D2-293D2C73815A}" dt="2026-06-16T13:46:41.172" v="408"/>
        <pc:sldMkLst>
          <pc:docMk/>
          <pc:sldMk cId="484332319" sldId="265"/>
        </pc:sldMkLst>
        <pc:spChg chg="mod">
          <ac:chgData name="Sarath V." userId="S::sarath.v@nestgroup.net::11759a50-5485-4f58-ac09-6b79d4ba9e0d" providerId="AD" clId="Web-{3C2F3C4D-7426-F9BB-61D2-293D2C73815A}" dt="2026-06-16T13:45:37.218" v="407" actId="20577"/>
          <ac:spMkLst>
            <pc:docMk/>
            <pc:sldMk cId="484332319" sldId="265"/>
            <ac:spMk id="2" creationId="{E497513A-78F2-3744-EB04-AF36D2670FB3}"/>
          </ac:spMkLst>
        </pc:spChg>
      </pc:sldChg>
      <pc:sldChg chg="delSp modSp">
        <pc:chgData name="Sarath V." userId="S::sarath.v@nestgroup.net::11759a50-5485-4f58-ac09-6b79d4ba9e0d" providerId="AD" clId="Web-{3C2F3C4D-7426-F9BB-61D2-293D2C73815A}" dt="2026-06-16T13:51:57.256" v="489" actId="20577"/>
        <pc:sldMkLst>
          <pc:docMk/>
          <pc:sldMk cId="2601805565" sldId="266"/>
        </pc:sldMkLst>
        <pc:spChg chg="mod">
          <ac:chgData name="Sarath V." userId="S::sarath.v@nestgroup.net::11759a50-5485-4f58-ac09-6b79d4ba9e0d" providerId="AD" clId="Web-{3C2F3C4D-7426-F9BB-61D2-293D2C73815A}" dt="2026-06-16T13:49:32.159" v="436" actId="20577"/>
          <ac:spMkLst>
            <pc:docMk/>
            <pc:sldMk cId="2601805565" sldId="266"/>
            <ac:spMk id="2" creationId="{7035572F-3992-5C64-68E3-BD7F50FAA750}"/>
          </ac:spMkLst>
        </pc:spChg>
        <pc:spChg chg="mod">
          <ac:chgData name="Sarath V." userId="S::sarath.v@nestgroup.net::11759a50-5485-4f58-ac09-6b79d4ba9e0d" providerId="AD" clId="Web-{3C2F3C4D-7426-F9BB-61D2-293D2C73815A}" dt="2026-06-16T13:51:57.256" v="489" actId="20577"/>
          <ac:spMkLst>
            <pc:docMk/>
            <pc:sldMk cId="2601805565" sldId="266"/>
            <ac:spMk id="3" creationId="{4B3E155C-AB87-090C-E8FA-DC665638A809}"/>
          </ac:spMkLst>
        </pc:spChg>
        <pc:spChg chg="del">
          <ac:chgData name="Sarath V." userId="S::sarath.v@nestgroup.net::11759a50-5485-4f58-ac09-6b79d4ba9e0d" providerId="AD" clId="Web-{3C2F3C4D-7426-F9BB-61D2-293D2C73815A}" dt="2026-06-16T13:50:17.832" v="449"/>
          <ac:spMkLst>
            <pc:docMk/>
            <pc:sldMk cId="2601805565" sldId="266"/>
            <ac:spMk id="4" creationId="{3FE570C0-443D-A4A8-6786-AB62C0B3A2DC}"/>
          </ac:spMkLst>
        </pc:spChg>
        <pc:spChg chg="del">
          <ac:chgData name="Sarath V." userId="S::sarath.v@nestgroup.net::11759a50-5485-4f58-ac09-6b79d4ba9e0d" providerId="AD" clId="Web-{3C2F3C4D-7426-F9BB-61D2-293D2C73815A}" dt="2026-06-16T13:50:17.816" v="448"/>
          <ac:spMkLst>
            <pc:docMk/>
            <pc:sldMk cId="2601805565" sldId="266"/>
            <ac:spMk id="6" creationId="{61BD7F6D-41C0-BF78-3EA5-DDE215ED2A20}"/>
          </ac:spMkLst>
        </pc:spChg>
        <pc:spChg chg="del">
          <ac:chgData name="Sarath V." userId="S::sarath.v@nestgroup.net::11759a50-5485-4f58-ac09-6b79d4ba9e0d" providerId="AD" clId="Web-{3C2F3C4D-7426-F9BB-61D2-293D2C73815A}" dt="2026-06-16T13:50:17.816" v="447"/>
          <ac:spMkLst>
            <pc:docMk/>
            <pc:sldMk cId="2601805565" sldId="266"/>
            <ac:spMk id="7" creationId="{5B79B901-92E3-71DB-CB85-E86C2F8F986E}"/>
          </ac:spMkLst>
        </pc:spChg>
        <pc:spChg chg="del">
          <ac:chgData name="Sarath V." userId="S::sarath.v@nestgroup.net::11759a50-5485-4f58-ac09-6b79d4ba9e0d" providerId="AD" clId="Web-{3C2F3C4D-7426-F9BB-61D2-293D2C73815A}" dt="2026-06-16T13:50:17.816" v="446"/>
          <ac:spMkLst>
            <pc:docMk/>
            <pc:sldMk cId="2601805565" sldId="266"/>
            <ac:spMk id="8" creationId="{3B0884B0-4586-B578-20F2-36DA0DD8B528}"/>
          </ac:spMkLst>
        </pc:spChg>
        <pc:spChg chg="del">
          <ac:chgData name="Sarath V." userId="S::sarath.v@nestgroup.net::11759a50-5485-4f58-ac09-6b79d4ba9e0d" providerId="AD" clId="Web-{3C2F3C4D-7426-F9BB-61D2-293D2C73815A}" dt="2026-06-16T13:50:17.816" v="445"/>
          <ac:spMkLst>
            <pc:docMk/>
            <pc:sldMk cId="2601805565" sldId="266"/>
            <ac:spMk id="9" creationId="{9CE8C0A9-60FF-872D-164D-44EBF80126FB}"/>
          </ac:spMkLst>
        </pc:spChg>
        <pc:spChg chg="del">
          <ac:chgData name="Sarath V." userId="S::sarath.v@nestgroup.net::11759a50-5485-4f58-ac09-6b79d4ba9e0d" providerId="AD" clId="Web-{3C2F3C4D-7426-F9BB-61D2-293D2C73815A}" dt="2026-06-16T13:50:17.816" v="444"/>
          <ac:spMkLst>
            <pc:docMk/>
            <pc:sldMk cId="2601805565" sldId="266"/>
            <ac:spMk id="10" creationId="{B0B3AC1B-9C20-AF02-D2D6-F787EFDC78A9}"/>
          </ac:spMkLst>
        </pc:spChg>
        <pc:spChg chg="del">
          <ac:chgData name="Sarath V." userId="S::sarath.v@nestgroup.net::11759a50-5485-4f58-ac09-6b79d4ba9e0d" providerId="AD" clId="Web-{3C2F3C4D-7426-F9BB-61D2-293D2C73815A}" dt="2026-06-16T13:50:17.816" v="443"/>
          <ac:spMkLst>
            <pc:docMk/>
            <pc:sldMk cId="2601805565" sldId="266"/>
            <ac:spMk id="11" creationId="{456EB360-A72F-E40C-533E-CE7688092A0D}"/>
          </ac:spMkLst>
        </pc:spChg>
        <pc:spChg chg="del">
          <ac:chgData name="Sarath V." userId="S::sarath.v@nestgroup.net::11759a50-5485-4f58-ac09-6b79d4ba9e0d" providerId="AD" clId="Web-{3C2F3C4D-7426-F9BB-61D2-293D2C73815A}" dt="2026-06-16T13:50:17.816" v="442"/>
          <ac:spMkLst>
            <pc:docMk/>
            <pc:sldMk cId="2601805565" sldId="266"/>
            <ac:spMk id="12" creationId="{794BD885-AAA6-EBF4-4EEF-DB3E49F5B968}"/>
          </ac:spMkLst>
        </pc:spChg>
        <pc:spChg chg="del">
          <ac:chgData name="Sarath V." userId="S::sarath.v@nestgroup.net::11759a50-5485-4f58-ac09-6b79d4ba9e0d" providerId="AD" clId="Web-{3C2F3C4D-7426-F9BB-61D2-293D2C73815A}" dt="2026-06-16T13:50:05.254" v="440"/>
          <ac:spMkLst>
            <pc:docMk/>
            <pc:sldMk cId="2601805565" sldId="266"/>
            <ac:spMk id="14" creationId="{960414A7-A108-E9EB-D887-B2573A0DC406}"/>
          </ac:spMkLst>
        </pc:spChg>
      </pc:sldChg>
      <pc:sldChg chg="delSp modSp">
        <pc:chgData name="Sarath V." userId="S::sarath.v@nestgroup.net::11759a50-5485-4f58-ac09-6b79d4ba9e0d" providerId="AD" clId="Web-{3C2F3C4D-7426-F9BB-61D2-293D2C73815A}" dt="2026-06-16T13:53:25.445" v="528" actId="20577"/>
        <pc:sldMkLst>
          <pc:docMk/>
          <pc:sldMk cId="1280231122" sldId="267"/>
        </pc:sldMkLst>
        <pc:spChg chg="mod">
          <ac:chgData name="Sarath V." userId="S::sarath.v@nestgroup.net::11759a50-5485-4f58-ac09-6b79d4ba9e0d" providerId="AD" clId="Web-{3C2F3C4D-7426-F9BB-61D2-293D2C73815A}" dt="2026-06-16T13:52:09.647" v="490" actId="20577"/>
          <ac:spMkLst>
            <pc:docMk/>
            <pc:sldMk cId="1280231122" sldId="267"/>
            <ac:spMk id="2" creationId="{4FFF329F-D3D3-B9EA-3D7C-5F8259CBA164}"/>
          </ac:spMkLst>
        </pc:spChg>
        <pc:spChg chg="mod">
          <ac:chgData name="Sarath V." userId="S::sarath.v@nestgroup.net::11759a50-5485-4f58-ac09-6b79d4ba9e0d" providerId="AD" clId="Web-{3C2F3C4D-7426-F9BB-61D2-293D2C73815A}" dt="2026-06-16T13:53:25.445" v="528" actId="20577"/>
          <ac:spMkLst>
            <pc:docMk/>
            <pc:sldMk cId="1280231122" sldId="267"/>
            <ac:spMk id="3" creationId="{0974D36E-94B4-D357-7314-E945CEA77ACA}"/>
          </ac:spMkLst>
        </pc:spChg>
        <pc:spChg chg="del">
          <ac:chgData name="Sarath V." userId="S::sarath.v@nestgroup.net::11759a50-5485-4f58-ac09-6b79d4ba9e0d" providerId="AD" clId="Web-{3C2F3C4D-7426-F9BB-61D2-293D2C73815A}" dt="2026-06-16T13:52:27.835" v="492"/>
          <ac:spMkLst>
            <pc:docMk/>
            <pc:sldMk cId="1280231122" sldId="267"/>
            <ac:spMk id="6" creationId="{BFBB3FB4-9D34-40AD-5F61-DA0DDAF56C8A}"/>
          </ac:spMkLst>
        </pc:spChg>
        <pc:graphicFrameChg chg="del">
          <ac:chgData name="Sarath V." userId="S::sarath.v@nestgroup.net::11759a50-5485-4f58-ac09-6b79d4ba9e0d" providerId="AD" clId="Web-{3C2F3C4D-7426-F9BB-61D2-293D2C73815A}" dt="2026-06-16T13:52:24.116" v="491"/>
          <ac:graphicFrameMkLst>
            <pc:docMk/>
            <pc:sldMk cId="1280231122" sldId="267"/>
            <ac:graphicFrameMk id="5" creationId="{60832629-8A14-6FA3-8AB1-50FE9F704E82}"/>
          </ac:graphicFrameMkLst>
        </pc:graphicFrameChg>
      </pc:sldChg>
      <pc:sldChg chg="modSp">
        <pc:chgData name="Sarath V." userId="S::sarath.v@nestgroup.net::11759a50-5485-4f58-ac09-6b79d4ba9e0d" providerId="AD" clId="Web-{3C2F3C4D-7426-F9BB-61D2-293D2C73815A}" dt="2026-06-16T13:55:24.416" v="554" actId="20577"/>
        <pc:sldMkLst>
          <pc:docMk/>
          <pc:sldMk cId="1046909804" sldId="272"/>
        </pc:sldMkLst>
        <pc:spChg chg="mod">
          <ac:chgData name="Sarath V." userId="S::sarath.v@nestgroup.net::11759a50-5485-4f58-ac09-6b79d4ba9e0d" providerId="AD" clId="Web-{3C2F3C4D-7426-F9BB-61D2-293D2C73815A}" dt="2026-06-16T13:55:24.416" v="554" actId="20577"/>
          <ac:spMkLst>
            <pc:docMk/>
            <pc:sldMk cId="1046909804" sldId="272"/>
            <ac:spMk id="3" creationId="{33D56B61-6A33-3E23-B115-51D62A48D81A}"/>
          </ac:spMkLst>
        </pc:spChg>
      </pc:sldChg>
      <pc:sldChg chg="addSp delSp modSp">
        <pc:chgData name="Sarath V." userId="S::sarath.v@nestgroup.net::11759a50-5485-4f58-ac09-6b79d4ba9e0d" providerId="AD" clId="Web-{3C2F3C4D-7426-F9BB-61D2-293D2C73815A}" dt="2026-06-16T13:56:19.573" v="564"/>
        <pc:sldMkLst>
          <pc:docMk/>
          <pc:sldMk cId="216957163" sldId="275"/>
        </pc:sldMkLst>
        <pc:spChg chg="mod">
          <ac:chgData name="Sarath V." userId="S::sarath.v@nestgroup.net::11759a50-5485-4f58-ac09-6b79d4ba9e0d" providerId="AD" clId="Web-{3C2F3C4D-7426-F9BB-61D2-293D2C73815A}" dt="2026-06-16T13:56:05.432" v="561" actId="20577"/>
          <ac:spMkLst>
            <pc:docMk/>
            <pc:sldMk cId="216957163" sldId="275"/>
            <ac:spMk id="2" creationId="{7BA3453C-0C62-AD84-9BD5-CC3CD8BDE279}"/>
          </ac:spMkLst>
        </pc:spChg>
        <pc:spChg chg="del">
          <ac:chgData name="Sarath V." userId="S::sarath.v@nestgroup.net::11759a50-5485-4f58-ac09-6b79d4ba9e0d" providerId="AD" clId="Web-{3C2F3C4D-7426-F9BB-61D2-293D2C73815A}" dt="2026-06-16T13:56:07.791" v="562"/>
          <ac:spMkLst>
            <pc:docMk/>
            <pc:sldMk cId="216957163" sldId="275"/>
            <ac:spMk id="3" creationId="{3BA6393D-5873-D1C7-1284-4D196348B9A7}"/>
          </ac:spMkLst>
        </pc:spChg>
        <pc:spChg chg="add del mod">
          <ac:chgData name="Sarath V." userId="S::sarath.v@nestgroup.net::11759a50-5485-4f58-ac09-6b79d4ba9e0d" providerId="AD" clId="Web-{3C2F3C4D-7426-F9BB-61D2-293D2C73815A}" dt="2026-06-16T13:56:14.963" v="563"/>
          <ac:spMkLst>
            <pc:docMk/>
            <pc:sldMk cId="216957163" sldId="275"/>
            <ac:spMk id="5" creationId="{C9B67214-9F59-89F3-3E29-45D3FB53A801}"/>
          </ac:spMkLst>
        </pc:spChg>
        <pc:graphicFrameChg chg="add mod ord modGraphic">
          <ac:chgData name="Sarath V." userId="S::sarath.v@nestgroup.net::11759a50-5485-4f58-ac09-6b79d4ba9e0d" providerId="AD" clId="Web-{3C2F3C4D-7426-F9BB-61D2-293D2C73815A}" dt="2026-06-16T13:56:19.573" v="564"/>
          <ac:graphicFrameMkLst>
            <pc:docMk/>
            <pc:sldMk cId="216957163" sldId="275"/>
            <ac:graphicFrameMk id="7" creationId="{9B5870A3-DC80-D44E-E334-09B7FD5BBF4F}"/>
          </ac:graphicFrameMkLst>
        </pc:graphicFrameChg>
      </pc:sldChg>
      <pc:sldChg chg="del">
        <pc:chgData name="Sarath V." userId="S::sarath.v@nestgroup.net::11759a50-5485-4f58-ac09-6b79d4ba9e0d" providerId="AD" clId="Web-{3C2F3C4D-7426-F9BB-61D2-293D2C73815A}" dt="2026-06-16T13:57:27.637" v="567"/>
        <pc:sldMkLst>
          <pc:docMk/>
          <pc:sldMk cId="128940972" sldId="276"/>
        </pc:sldMkLst>
      </pc:sldChg>
      <pc:sldChg chg="modSp">
        <pc:chgData name="Sarath V." userId="S::sarath.v@nestgroup.net::11759a50-5485-4f58-ac09-6b79d4ba9e0d" providerId="AD" clId="Web-{3C2F3C4D-7426-F9BB-61D2-293D2C73815A}" dt="2026-06-16T14:05:34.212" v="769" actId="20577"/>
        <pc:sldMkLst>
          <pc:docMk/>
          <pc:sldMk cId="2815288669" sldId="277"/>
        </pc:sldMkLst>
        <pc:spChg chg="mod">
          <ac:chgData name="Sarath V." userId="S::sarath.v@nestgroup.net::11759a50-5485-4f58-ac09-6b79d4ba9e0d" providerId="AD" clId="Web-{3C2F3C4D-7426-F9BB-61D2-293D2C73815A}" dt="2026-06-16T14:05:23.571" v="766"/>
          <ac:spMkLst>
            <pc:docMk/>
            <pc:sldMk cId="2815288669" sldId="277"/>
            <ac:spMk id="3" creationId="{E496910E-8347-9766-1A03-ECBDB61F0646}"/>
          </ac:spMkLst>
        </pc:spChg>
        <pc:spChg chg="mod">
          <ac:chgData name="Sarath V." userId="S::sarath.v@nestgroup.net::11759a50-5485-4f58-ac09-6b79d4ba9e0d" providerId="AD" clId="Web-{3C2F3C4D-7426-F9BB-61D2-293D2C73815A}" dt="2026-06-16T14:05:34.212" v="769" actId="20577"/>
          <ac:spMkLst>
            <pc:docMk/>
            <pc:sldMk cId="2815288669" sldId="277"/>
            <ac:spMk id="5" creationId="{1D3DA672-2893-E8DF-C25E-B3937AB9D36A}"/>
          </ac:spMkLst>
        </pc:spChg>
      </pc:sldChg>
      <pc:sldChg chg="addSp delSp modSp">
        <pc:chgData name="Sarath V." userId="S::sarath.v@nestgroup.net::11759a50-5485-4f58-ac09-6b79d4ba9e0d" providerId="AD" clId="Web-{3C2F3C4D-7426-F9BB-61D2-293D2C73815A}" dt="2026-06-16T14:03:23.007" v="731"/>
        <pc:sldMkLst>
          <pc:docMk/>
          <pc:sldMk cId="2287427571" sldId="278"/>
        </pc:sldMkLst>
        <pc:graphicFrameChg chg="del">
          <ac:chgData name="Sarath V." userId="S::sarath.v@nestgroup.net::11759a50-5485-4f58-ac09-6b79d4ba9e0d" providerId="AD" clId="Web-{3C2F3C4D-7426-F9BB-61D2-293D2C73815A}" dt="2026-06-16T14:03:00.584" v="681"/>
          <ac:graphicFrameMkLst>
            <pc:docMk/>
            <pc:sldMk cId="2287427571" sldId="278"/>
            <ac:graphicFrameMk id="4" creationId="{29C5DD10-702B-F18B-1EE7-091C588EEF58}"/>
          </ac:graphicFrameMkLst>
        </pc:graphicFrameChg>
        <pc:graphicFrameChg chg="add mod modGraphic">
          <ac:chgData name="Sarath V." userId="S::sarath.v@nestgroup.net::11759a50-5485-4f58-ac09-6b79d4ba9e0d" providerId="AD" clId="Web-{3C2F3C4D-7426-F9BB-61D2-293D2C73815A}" dt="2026-06-16T14:03:23.007" v="731"/>
          <ac:graphicFrameMkLst>
            <pc:docMk/>
            <pc:sldMk cId="2287427571" sldId="278"/>
            <ac:graphicFrameMk id="5" creationId="{C671A040-C1D5-8B5A-8FB3-16E81902CD00}"/>
          </ac:graphicFrameMkLst>
        </pc:graphicFrameChg>
      </pc:sldChg>
      <pc:sldChg chg="delSp modSp">
        <pc:chgData name="Sarath V." userId="S::sarath.v@nestgroup.net::11759a50-5485-4f58-ac09-6b79d4ba9e0d" providerId="AD" clId="Web-{3C2F3C4D-7426-F9BB-61D2-293D2C73815A}" dt="2026-06-16T13:54:07.414" v="540" actId="20577"/>
        <pc:sldMkLst>
          <pc:docMk/>
          <pc:sldMk cId="1304824265" sldId="279"/>
        </pc:sldMkLst>
        <pc:spChg chg="mod">
          <ac:chgData name="Sarath V." userId="S::sarath.v@nestgroup.net::11759a50-5485-4f58-ac09-6b79d4ba9e0d" providerId="AD" clId="Web-{3C2F3C4D-7426-F9BB-61D2-293D2C73815A}" dt="2026-06-16T13:53:38.617" v="529" actId="20577"/>
          <ac:spMkLst>
            <pc:docMk/>
            <pc:sldMk cId="1304824265" sldId="279"/>
            <ac:spMk id="2" creationId="{CF66E63B-D8B0-6B05-3A01-4751663D5E2D}"/>
          </ac:spMkLst>
        </pc:spChg>
        <pc:spChg chg="mod">
          <ac:chgData name="Sarath V." userId="S::sarath.v@nestgroup.net::11759a50-5485-4f58-ac09-6b79d4ba9e0d" providerId="AD" clId="Web-{3C2F3C4D-7426-F9BB-61D2-293D2C73815A}" dt="2026-06-16T13:54:07.414" v="540" actId="20577"/>
          <ac:spMkLst>
            <pc:docMk/>
            <pc:sldMk cId="1304824265" sldId="279"/>
            <ac:spMk id="3" creationId="{A2F97261-CB02-6226-D839-D586F7023EF2}"/>
          </ac:spMkLst>
        </pc:spChg>
        <pc:spChg chg="del">
          <ac:chgData name="Sarath V." userId="S::sarath.v@nestgroup.net::11759a50-5485-4f58-ac09-6b79d4ba9e0d" providerId="AD" clId="Web-{3C2F3C4D-7426-F9BB-61D2-293D2C73815A}" dt="2026-06-16T13:53:54.602" v="531"/>
          <ac:spMkLst>
            <pc:docMk/>
            <pc:sldMk cId="1304824265" sldId="279"/>
            <ac:spMk id="7" creationId="{B88AC897-B33C-5D57-E836-C448F8EBAE8D}"/>
          </ac:spMkLst>
        </pc:spChg>
      </pc:sldChg>
      <pc:sldChg chg="modSp">
        <pc:chgData name="Sarath V." userId="S::sarath.v@nestgroup.net::11759a50-5485-4f58-ac09-6b79d4ba9e0d" providerId="AD" clId="Web-{3C2F3C4D-7426-F9BB-61D2-293D2C73815A}" dt="2026-06-16T13:54:54.697" v="551" actId="20577"/>
        <pc:sldMkLst>
          <pc:docMk/>
          <pc:sldMk cId="3175291884" sldId="280"/>
        </pc:sldMkLst>
        <pc:spChg chg="mod">
          <ac:chgData name="Sarath V." userId="S::sarath.v@nestgroup.net::11759a50-5485-4f58-ac09-6b79d4ba9e0d" providerId="AD" clId="Web-{3C2F3C4D-7426-F9BB-61D2-293D2C73815A}" dt="2026-06-16T13:54:30.180" v="541" actId="20577"/>
          <ac:spMkLst>
            <pc:docMk/>
            <pc:sldMk cId="3175291884" sldId="280"/>
            <ac:spMk id="2" creationId="{2A29385F-81F4-E4A9-73BA-4CF9064FA317}"/>
          </ac:spMkLst>
        </pc:spChg>
        <pc:spChg chg="mod">
          <ac:chgData name="Sarath V." userId="S::sarath.v@nestgroup.net::11759a50-5485-4f58-ac09-6b79d4ba9e0d" providerId="AD" clId="Web-{3C2F3C4D-7426-F9BB-61D2-293D2C73815A}" dt="2026-06-16T13:54:54.697" v="551" actId="20577"/>
          <ac:spMkLst>
            <pc:docMk/>
            <pc:sldMk cId="3175291884" sldId="280"/>
            <ac:spMk id="3" creationId="{CC60E748-2326-1C62-F420-FE5C4B942B5D}"/>
          </ac:spMkLst>
        </pc:spChg>
      </pc:sldChg>
      <pc:sldChg chg="addSp delSp modSp">
        <pc:chgData name="Sarath V." userId="S::sarath.v@nestgroup.net::11759a50-5485-4f58-ac09-6b79d4ba9e0d" providerId="AD" clId="Web-{3C2F3C4D-7426-F9BB-61D2-293D2C73815A}" dt="2026-06-16T13:55:48.697" v="558" actId="1076"/>
        <pc:sldMkLst>
          <pc:docMk/>
          <pc:sldMk cId="59662912" sldId="282"/>
        </pc:sldMkLst>
        <pc:graphicFrameChg chg="del">
          <ac:chgData name="Sarath V." userId="S::sarath.v@nestgroup.net::11759a50-5485-4f58-ac09-6b79d4ba9e0d" providerId="AD" clId="Web-{3C2F3C4D-7426-F9BB-61D2-293D2C73815A}" dt="2026-06-16T13:55:39.322" v="555"/>
          <ac:graphicFrameMkLst>
            <pc:docMk/>
            <pc:sldMk cId="59662912" sldId="282"/>
            <ac:graphicFrameMk id="4" creationId="{44676493-F12D-2473-00E8-F9D991F11C23}"/>
          </ac:graphicFrameMkLst>
        </pc:graphicFrameChg>
        <pc:graphicFrameChg chg="add mod modGraphic">
          <ac:chgData name="Sarath V." userId="S::sarath.v@nestgroup.net::11759a50-5485-4f58-ac09-6b79d4ba9e0d" providerId="AD" clId="Web-{3C2F3C4D-7426-F9BB-61D2-293D2C73815A}" dt="2026-06-16T13:55:48.697" v="558" actId="1076"/>
          <ac:graphicFrameMkLst>
            <pc:docMk/>
            <pc:sldMk cId="59662912" sldId="282"/>
            <ac:graphicFrameMk id="5" creationId="{0B100F12-1D22-C08A-0BD8-76ACCC584B9C}"/>
          </ac:graphicFrameMkLst>
        </pc:graphicFrameChg>
      </pc:sldChg>
      <pc:sldChg chg="del">
        <pc:chgData name="Sarath V." userId="S::sarath.v@nestgroup.net::11759a50-5485-4f58-ac09-6b79d4ba9e0d" providerId="AD" clId="Web-{3C2F3C4D-7426-F9BB-61D2-293D2C73815A}" dt="2026-06-16T13:55:13.166" v="553"/>
        <pc:sldMkLst>
          <pc:docMk/>
          <pc:sldMk cId="326371129" sldId="286"/>
        </pc:sldMkLst>
      </pc:sldChg>
      <pc:sldChg chg="del">
        <pc:chgData name="Sarath V." userId="S::sarath.v@nestgroup.net::11759a50-5485-4f58-ac09-6b79d4ba9e0d" providerId="AD" clId="Web-{3C2F3C4D-7426-F9BB-61D2-293D2C73815A}" dt="2026-06-16T13:55:13.166" v="552"/>
        <pc:sldMkLst>
          <pc:docMk/>
          <pc:sldMk cId="4176864030" sldId="287"/>
        </pc:sldMkLst>
      </pc:sldChg>
      <pc:sldChg chg="del">
        <pc:chgData name="Sarath V." userId="S::sarath.v@nestgroup.net::11759a50-5485-4f58-ac09-6b79d4ba9e0d" providerId="AD" clId="Web-{3C2F3C4D-7426-F9BB-61D2-293D2C73815A}" dt="2026-06-16T13:57:27.637" v="566"/>
        <pc:sldMkLst>
          <pc:docMk/>
          <pc:sldMk cId="2623582090" sldId="288"/>
        </pc:sldMkLst>
      </pc:sldChg>
      <pc:sldChg chg="del">
        <pc:chgData name="Sarath V." userId="S::sarath.v@nestgroup.net::11759a50-5485-4f58-ac09-6b79d4ba9e0d" providerId="AD" clId="Web-{3C2F3C4D-7426-F9BB-61D2-293D2C73815A}" dt="2026-06-16T13:57:27.621" v="565"/>
        <pc:sldMkLst>
          <pc:docMk/>
          <pc:sldMk cId="596267810" sldId="289"/>
        </pc:sldMkLst>
      </pc:sldChg>
      <pc:sldChg chg="addSp delSp modSp">
        <pc:chgData name="Sarath V." userId="S::sarath.v@nestgroup.net::11759a50-5485-4f58-ac09-6b79d4ba9e0d" providerId="AD" clId="Web-{3C2F3C4D-7426-F9BB-61D2-293D2C73815A}" dt="2026-06-16T14:00:53.364" v="645"/>
        <pc:sldMkLst>
          <pc:docMk/>
          <pc:sldMk cId="4225771547" sldId="290"/>
        </pc:sldMkLst>
        <pc:spChg chg="del">
          <ac:chgData name="Sarath V." userId="S::sarath.v@nestgroup.net::11759a50-5485-4f58-ac09-6b79d4ba9e0d" providerId="AD" clId="Web-{3C2F3C4D-7426-F9BB-61D2-293D2C73815A}" dt="2026-06-16T13:57:33.840" v="568"/>
          <ac:spMkLst>
            <pc:docMk/>
            <pc:sldMk cId="4225771547" sldId="290"/>
            <ac:spMk id="4" creationId="{63FD61AE-EB96-805C-FDF2-8D2BD0733741}"/>
          </ac:spMkLst>
        </pc:spChg>
        <pc:spChg chg="add del mod">
          <ac:chgData name="Sarath V." userId="S::sarath.v@nestgroup.net::11759a50-5485-4f58-ac09-6b79d4ba9e0d" providerId="AD" clId="Web-{3C2F3C4D-7426-F9BB-61D2-293D2C73815A}" dt="2026-06-16T13:57:38.762" v="569"/>
          <ac:spMkLst>
            <pc:docMk/>
            <pc:sldMk cId="4225771547" sldId="290"/>
            <ac:spMk id="5" creationId="{842FB300-3DF7-4A82-3D54-79C1EF49532B}"/>
          </ac:spMkLst>
        </pc:spChg>
        <pc:spChg chg="add mod">
          <ac:chgData name="Sarath V." userId="S::sarath.v@nestgroup.net::11759a50-5485-4f58-ac09-6b79d4ba9e0d" providerId="AD" clId="Web-{3C2F3C4D-7426-F9BB-61D2-293D2C73815A}" dt="2026-06-16T13:58:46.471" v="586"/>
          <ac:spMkLst>
            <pc:docMk/>
            <pc:sldMk cId="4225771547" sldId="290"/>
            <ac:spMk id="10" creationId="{BDD34ABF-9664-B0F8-7668-A6FB3149F7C7}"/>
          </ac:spMkLst>
        </pc:spChg>
        <pc:spChg chg="add mod">
          <ac:chgData name="Sarath V." userId="S::sarath.v@nestgroup.net::11759a50-5485-4f58-ac09-6b79d4ba9e0d" providerId="AD" clId="Web-{3C2F3C4D-7426-F9BB-61D2-293D2C73815A}" dt="2026-06-16T13:59:36.737" v="613"/>
          <ac:spMkLst>
            <pc:docMk/>
            <pc:sldMk cId="4225771547" sldId="290"/>
            <ac:spMk id="11" creationId="{C2EA850C-3DB8-6D3C-6B0D-04665302E4D2}"/>
          </ac:spMkLst>
        </pc:spChg>
        <pc:spChg chg="add mod">
          <ac:chgData name="Sarath V." userId="S::sarath.v@nestgroup.net::11759a50-5485-4f58-ac09-6b79d4ba9e0d" providerId="AD" clId="Web-{3C2F3C4D-7426-F9BB-61D2-293D2C73815A}" dt="2026-06-16T14:00:29.191" v="632" actId="20577"/>
          <ac:spMkLst>
            <pc:docMk/>
            <pc:sldMk cId="4225771547" sldId="290"/>
            <ac:spMk id="14" creationId="{0952CC0C-EB8C-865E-D0D0-5414494E0B7F}"/>
          </ac:spMkLst>
        </pc:spChg>
        <pc:graphicFrameChg chg="del">
          <ac:chgData name="Sarath V." userId="S::sarath.v@nestgroup.net::11759a50-5485-4f58-ac09-6b79d4ba9e0d" providerId="AD" clId="Web-{3C2F3C4D-7426-F9BB-61D2-293D2C73815A}" dt="2026-06-16T13:57:41.934" v="570"/>
          <ac:graphicFrameMkLst>
            <pc:docMk/>
            <pc:sldMk cId="4225771547" sldId="290"/>
            <ac:graphicFrameMk id="6" creationId="{F0F27352-0A31-E5F1-65B4-ED197D85FB13}"/>
          </ac:graphicFrameMkLst>
        </pc:graphicFrameChg>
        <pc:graphicFrameChg chg="add mod modGraphic">
          <ac:chgData name="Sarath V." userId="S::sarath.v@nestgroup.net::11759a50-5485-4f58-ac09-6b79d4ba9e0d" providerId="AD" clId="Web-{3C2F3C4D-7426-F9BB-61D2-293D2C73815A}" dt="2026-06-16T13:59:14.721" v="609"/>
          <ac:graphicFrameMkLst>
            <pc:docMk/>
            <pc:sldMk cId="4225771547" sldId="290"/>
            <ac:graphicFrameMk id="8" creationId="{AA489685-4C43-C216-552E-CF4A01BD1899}"/>
          </ac:graphicFrameMkLst>
        </pc:graphicFrameChg>
        <pc:graphicFrameChg chg="del">
          <ac:chgData name="Sarath V." userId="S::sarath.v@nestgroup.net::11759a50-5485-4f58-ac09-6b79d4ba9e0d" providerId="AD" clId="Web-{3C2F3C4D-7426-F9BB-61D2-293D2C73815A}" dt="2026-06-16T13:57:44.434" v="571"/>
          <ac:graphicFrameMkLst>
            <pc:docMk/>
            <pc:sldMk cId="4225771547" sldId="290"/>
            <ac:graphicFrameMk id="9" creationId="{378E82B2-0336-9E3E-3644-BC81F82490CF}"/>
          </ac:graphicFrameMkLst>
        </pc:graphicFrameChg>
        <pc:graphicFrameChg chg="add mod modGraphic">
          <ac:chgData name="Sarath V." userId="S::sarath.v@nestgroup.net::11759a50-5485-4f58-ac09-6b79d4ba9e0d" providerId="AD" clId="Web-{3C2F3C4D-7426-F9BB-61D2-293D2C73815A}" dt="2026-06-16T14:00:12.894" v="628" actId="1076"/>
          <ac:graphicFrameMkLst>
            <pc:docMk/>
            <pc:sldMk cId="4225771547" sldId="290"/>
            <ac:graphicFrameMk id="13" creationId="{640FEBBC-FCBB-FF78-C32B-83BF9909A13D}"/>
          </ac:graphicFrameMkLst>
        </pc:graphicFrameChg>
        <pc:graphicFrameChg chg="add mod modGraphic">
          <ac:chgData name="Sarath V." userId="S::sarath.v@nestgroup.net::11759a50-5485-4f58-ac09-6b79d4ba9e0d" providerId="AD" clId="Web-{3C2F3C4D-7426-F9BB-61D2-293D2C73815A}" dt="2026-06-16T14:00:53.364" v="645"/>
          <ac:graphicFrameMkLst>
            <pc:docMk/>
            <pc:sldMk cId="4225771547" sldId="290"/>
            <ac:graphicFrameMk id="16" creationId="{A1962002-35B7-CE2F-0AE8-5619265AC238}"/>
          </ac:graphicFrameMkLst>
        </pc:graphicFrameChg>
      </pc:sldChg>
      <pc:sldChg chg="modSp add replId">
        <pc:chgData name="Sarath V." userId="S::sarath.v@nestgroup.net::11759a50-5485-4f58-ac09-6b79d4ba9e0d" providerId="AD" clId="Web-{3C2F3C4D-7426-F9BB-61D2-293D2C73815A}" dt="2026-06-16T13:49:13.050" v="435" actId="20577"/>
        <pc:sldMkLst>
          <pc:docMk/>
          <pc:sldMk cId="1519149858" sldId="291"/>
        </pc:sldMkLst>
        <pc:spChg chg="mod">
          <ac:chgData name="Sarath V." userId="S::sarath.v@nestgroup.net::11759a50-5485-4f58-ac09-6b79d4ba9e0d" providerId="AD" clId="Web-{3C2F3C4D-7426-F9BB-61D2-293D2C73815A}" dt="2026-06-16T13:46:52.172" v="415" actId="20577"/>
          <ac:spMkLst>
            <pc:docMk/>
            <pc:sldMk cId="1519149858" sldId="291"/>
            <ac:spMk id="2" creationId="{D9195C18-BCAE-CBE7-007F-20D746F0B697}"/>
          </ac:spMkLst>
        </pc:spChg>
        <pc:spChg chg="mod">
          <ac:chgData name="Sarath V." userId="S::sarath.v@nestgroup.net::11759a50-5485-4f58-ac09-6b79d4ba9e0d" providerId="AD" clId="Web-{3C2F3C4D-7426-F9BB-61D2-293D2C73815A}" dt="2026-06-16T13:47:49.892" v="425" actId="20577"/>
          <ac:spMkLst>
            <pc:docMk/>
            <pc:sldMk cId="1519149858" sldId="291"/>
            <ac:spMk id="3" creationId="{A1F45FA6-2372-A7F4-4ACC-614B472331F7}"/>
          </ac:spMkLst>
        </pc:spChg>
        <pc:spChg chg="mod">
          <ac:chgData name="Sarath V." userId="S::sarath.v@nestgroup.net::11759a50-5485-4f58-ac09-6b79d4ba9e0d" providerId="AD" clId="Web-{3C2F3C4D-7426-F9BB-61D2-293D2C73815A}" dt="2026-06-16T13:48:00.642" v="426" actId="20577"/>
          <ac:spMkLst>
            <pc:docMk/>
            <pc:sldMk cId="1519149858" sldId="291"/>
            <ac:spMk id="4" creationId="{62D416B3-366F-F06A-7A9C-DAE52AE58749}"/>
          </ac:spMkLst>
        </pc:spChg>
        <pc:spChg chg="mod">
          <ac:chgData name="Sarath V." userId="S::sarath.v@nestgroup.net::11759a50-5485-4f58-ac09-6b79d4ba9e0d" providerId="AD" clId="Web-{3C2F3C4D-7426-F9BB-61D2-293D2C73815A}" dt="2026-06-16T13:47:19.704" v="422" actId="14100"/>
          <ac:spMkLst>
            <pc:docMk/>
            <pc:sldMk cId="1519149858" sldId="291"/>
            <ac:spMk id="5" creationId="{1C2FBEE0-C821-CE7C-7D01-4468F0C454B8}"/>
          </ac:spMkLst>
        </pc:spChg>
        <pc:spChg chg="mod">
          <ac:chgData name="Sarath V." userId="S::sarath.v@nestgroup.net::11759a50-5485-4f58-ac09-6b79d4ba9e0d" providerId="AD" clId="Web-{3C2F3C4D-7426-F9BB-61D2-293D2C73815A}" dt="2026-06-16T13:48:11.549" v="427" actId="20577"/>
          <ac:spMkLst>
            <pc:docMk/>
            <pc:sldMk cId="1519149858" sldId="291"/>
            <ac:spMk id="6" creationId="{8F066CBE-06D2-C11E-2103-E70CFA757944}"/>
          </ac:spMkLst>
        </pc:spChg>
        <pc:spChg chg="mod">
          <ac:chgData name="Sarath V." userId="S::sarath.v@nestgroup.net::11759a50-5485-4f58-ac09-6b79d4ba9e0d" providerId="AD" clId="Web-{3C2F3C4D-7426-F9BB-61D2-293D2C73815A}" dt="2026-06-16T13:47:30.439" v="423" actId="20577"/>
          <ac:spMkLst>
            <pc:docMk/>
            <pc:sldMk cId="1519149858" sldId="291"/>
            <ac:spMk id="7" creationId="{B458DF11-E9C1-6C06-59B4-C177CBBED292}"/>
          </ac:spMkLst>
        </pc:spChg>
        <pc:spChg chg="mod">
          <ac:chgData name="Sarath V." userId="S::sarath.v@nestgroup.net::11759a50-5485-4f58-ac09-6b79d4ba9e0d" providerId="AD" clId="Web-{3C2F3C4D-7426-F9BB-61D2-293D2C73815A}" dt="2026-06-16T13:48:19.643" v="428" actId="20577"/>
          <ac:spMkLst>
            <pc:docMk/>
            <pc:sldMk cId="1519149858" sldId="291"/>
            <ac:spMk id="8" creationId="{33C0E932-D542-0034-5E1F-F3BBEBD117A3}"/>
          </ac:spMkLst>
        </pc:spChg>
        <pc:spChg chg="mod">
          <ac:chgData name="Sarath V." userId="S::sarath.v@nestgroup.net::11759a50-5485-4f58-ac09-6b79d4ba9e0d" providerId="AD" clId="Web-{3C2F3C4D-7426-F9BB-61D2-293D2C73815A}" dt="2026-06-16T13:48:22.533" v="429" actId="20577"/>
          <ac:spMkLst>
            <pc:docMk/>
            <pc:sldMk cId="1519149858" sldId="291"/>
            <ac:spMk id="9" creationId="{15ACCF6C-C405-DCF4-33A6-7CAE3750AD5F}"/>
          </ac:spMkLst>
        </pc:spChg>
        <pc:spChg chg="mod">
          <ac:chgData name="Sarath V." userId="S::sarath.v@nestgroup.net::11759a50-5485-4f58-ac09-6b79d4ba9e0d" providerId="AD" clId="Web-{3C2F3C4D-7426-F9BB-61D2-293D2C73815A}" dt="2026-06-16T13:48:32.174" v="430" actId="20577"/>
          <ac:spMkLst>
            <pc:docMk/>
            <pc:sldMk cId="1519149858" sldId="291"/>
            <ac:spMk id="15" creationId="{5DFBC496-1EC0-97CE-58D8-3BF067CE8FB9}"/>
          </ac:spMkLst>
        </pc:spChg>
        <pc:spChg chg="mod">
          <ac:chgData name="Sarath V." userId="S::sarath.v@nestgroup.net::11759a50-5485-4f58-ac09-6b79d4ba9e0d" providerId="AD" clId="Web-{3C2F3C4D-7426-F9BB-61D2-293D2C73815A}" dt="2026-06-16T13:48:43.487" v="432" actId="20577"/>
          <ac:spMkLst>
            <pc:docMk/>
            <pc:sldMk cId="1519149858" sldId="291"/>
            <ac:spMk id="16" creationId="{192ED98A-9203-50B1-396D-D26BA7725CBF}"/>
          </ac:spMkLst>
        </pc:spChg>
        <pc:spChg chg="mod">
          <ac:chgData name="Sarath V." userId="S::sarath.v@nestgroup.net::11759a50-5485-4f58-ac09-6b79d4ba9e0d" providerId="AD" clId="Web-{3C2F3C4D-7426-F9BB-61D2-293D2C73815A}" dt="2026-06-16T13:48:51.893" v="433" actId="20577"/>
          <ac:spMkLst>
            <pc:docMk/>
            <pc:sldMk cId="1519149858" sldId="291"/>
            <ac:spMk id="17" creationId="{F242D140-A645-B9EA-3EEA-D2308A3FE134}"/>
          </ac:spMkLst>
        </pc:spChg>
        <pc:spChg chg="mod">
          <ac:chgData name="Sarath V." userId="S::sarath.v@nestgroup.net::11759a50-5485-4f58-ac09-6b79d4ba9e0d" providerId="AD" clId="Web-{3C2F3C4D-7426-F9BB-61D2-293D2C73815A}" dt="2026-06-16T13:49:01.909" v="434" actId="20577"/>
          <ac:spMkLst>
            <pc:docMk/>
            <pc:sldMk cId="1519149858" sldId="291"/>
            <ac:spMk id="18" creationId="{CAD4424A-9464-F4E7-2618-B2BFDF226836}"/>
          </ac:spMkLst>
        </pc:spChg>
        <pc:spChg chg="mod">
          <ac:chgData name="Sarath V." userId="S::sarath.v@nestgroup.net::11759a50-5485-4f58-ac09-6b79d4ba9e0d" providerId="AD" clId="Web-{3C2F3C4D-7426-F9BB-61D2-293D2C73815A}" dt="2026-06-16T13:49:13.050" v="435" actId="20577"/>
          <ac:spMkLst>
            <pc:docMk/>
            <pc:sldMk cId="1519149858" sldId="291"/>
            <ac:spMk id="19" creationId="{4D1DF3E8-CE1D-1603-885B-396317A4CE38}"/>
          </ac:spMkLst>
        </pc:spChg>
      </pc:sldChg>
      <pc:sldChg chg="addSp delSp modSp add replId">
        <pc:chgData name="Sarath V." userId="S::sarath.v@nestgroup.net::11759a50-5485-4f58-ac09-6b79d4ba9e0d" providerId="AD" clId="Web-{3C2F3C4D-7426-F9BB-61D2-293D2C73815A}" dt="2026-06-16T14:02:29.068" v="680"/>
        <pc:sldMkLst>
          <pc:docMk/>
          <pc:sldMk cId="2229524235" sldId="292"/>
        </pc:sldMkLst>
        <pc:spChg chg="mod">
          <ac:chgData name="Sarath V." userId="S::sarath.v@nestgroup.net::11759a50-5485-4f58-ac09-6b79d4ba9e0d" providerId="AD" clId="Web-{3C2F3C4D-7426-F9BB-61D2-293D2C73815A}" dt="2026-06-16T14:01:16.817" v="648"/>
          <ac:spMkLst>
            <pc:docMk/>
            <pc:sldMk cId="2229524235" sldId="292"/>
            <ac:spMk id="10" creationId="{52B58C7B-BEDD-C5AB-ED27-96CDBC3F955A}"/>
          </ac:spMkLst>
        </pc:spChg>
        <pc:spChg chg="mod">
          <ac:chgData name="Sarath V." userId="S::sarath.v@nestgroup.net::11759a50-5485-4f58-ac09-6b79d4ba9e0d" providerId="AD" clId="Web-{3C2F3C4D-7426-F9BB-61D2-293D2C73815A}" dt="2026-06-16T14:02:14.568" v="666" actId="20577"/>
          <ac:spMkLst>
            <pc:docMk/>
            <pc:sldMk cId="2229524235" sldId="292"/>
            <ac:spMk id="11" creationId="{21928F18-BA35-39A5-41AA-2A1FCCB77160}"/>
          </ac:spMkLst>
        </pc:spChg>
        <pc:spChg chg="del">
          <ac:chgData name="Sarath V." userId="S::sarath.v@nestgroup.net::11759a50-5485-4f58-ac09-6b79d4ba9e0d" providerId="AD" clId="Web-{3C2F3C4D-7426-F9BB-61D2-293D2C73815A}" dt="2026-06-16T14:02:01.208" v="663"/>
          <ac:spMkLst>
            <pc:docMk/>
            <pc:sldMk cId="2229524235" sldId="292"/>
            <ac:spMk id="14" creationId="{139D03A6-9406-CB28-E174-275F669E9333}"/>
          </ac:spMkLst>
        </pc:spChg>
        <pc:graphicFrameChg chg="add mod modGraphic">
          <ac:chgData name="Sarath V." userId="S::sarath.v@nestgroup.net::11759a50-5485-4f58-ac09-6b79d4ba9e0d" providerId="AD" clId="Web-{3C2F3C4D-7426-F9BB-61D2-293D2C73815A}" dt="2026-06-16T14:01:50.114" v="660" actId="1076"/>
          <ac:graphicFrameMkLst>
            <pc:docMk/>
            <pc:sldMk cId="2229524235" sldId="292"/>
            <ac:graphicFrameMk id="4" creationId="{68EA9EE2-62A3-8058-351B-EC55975FC24B}"/>
          </ac:graphicFrameMkLst>
        </pc:graphicFrameChg>
        <pc:graphicFrameChg chg="add mod modGraphic">
          <ac:chgData name="Sarath V." userId="S::sarath.v@nestgroup.net::11759a50-5485-4f58-ac09-6b79d4ba9e0d" providerId="AD" clId="Web-{3C2F3C4D-7426-F9BB-61D2-293D2C73815A}" dt="2026-06-16T14:02:29.068" v="680"/>
          <ac:graphicFrameMkLst>
            <pc:docMk/>
            <pc:sldMk cId="2229524235" sldId="292"/>
            <ac:graphicFrameMk id="6" creationId="{D57C926A-2436-AFE0-7744-9D3AA520CD6A}"/>
          </ac:graphicFrameMkLst>
        </pc:graphicFrameChg>
        <pc:graphicFrameChg chg="del">
          <ac:chgData name="Sarath V." userId="S::sarath.v@nestgroup.net::11759a50-5485-4f58-ac09-6b79d4ba9e0d" providerId="AD" clId="Web-{3C2F3C4D-7426-F9BB-61D2-293D2C73815A}" dt="2026-06-16T14:01:24.942" v="649"/>
          <ac:graphicFrameMkLst>
            <pc:docMk/>
            <pc:sldMk cId="2229524235" sldId="292"/>
            <ac:graphicFrameMk id="8" creationId="{F531279C-7B3B-BF1B-3050-0BBD8281A66E}"/>
          </ac:graphicFrameMkLst>
        </pc:graphicFrameChg>
        <pc:graphicFrameChg chg="del">
          <ac:chgData name="Sarath V." userId="S::sarath.v@nestgroup.net::11759a50-5485-4f58-ac09-6b79d4ba9e0d" providerId="AD" clId="Web-{3C2F3C4D-7426-F9BB-61D2-293D2C73815A}" dt="2026-06-16T14:02:01.208" v="664"/>
          <ac:graphicFrameMkLst>
            <pc:docMk/>
            <pc:sldMk cId="2229524235" sldId="292"/>
            <ac:graphicFrameMk id="13" creationId="{5CE320E1-93F1-A9C7-853E-38E9AAA93F12}"/>
          </ac:graphicFrameMkLst>
        </pc:graphicFrameChg>
        <pc:graphicFrameChg chg="del">
          <ac:chgData name="Sarath V." userId="S::sarath.v@nestgroup.net::11759a50-5485-4f58-ac09-6b79d4ba9e0d" providerId="AD" clId="Web-{3C2F3C4D-7426-F9BB-61D2-293D2C73815A}" dt="2026-06-16T14:02:01.208" v="662"/>
          <ac:graphicFrameMkLst>
            <pc:docMk/>
            <pc:sldMk cId="2229524235" sldId="292"/>
            <ac:graphicFrameMk id="16" creationId="{CCCB895D-5DFF-21F6-1B07-81B9C3FDBF5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3390-FA87-D40B-BB89-5476484D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48B5-8CB3-10CE-6C8F-1767A485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The Governance Dashboard Layer provides a unified view of all control points, work products, quality metrics, execution metrics, and AI-driven insights across the Autonomous Test Engineering Platform.</a:t>
            </a:r>
            <a:endParaRPr lang="en-US"/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Responsibilities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Aggregate CP1–CP7 outputs </a:t>
            </a:r>
            <a:endParaRPr lang="en-US" sz="3600"/>
          </a:p>
          <a:p>
            <a:r>
              <a:rPr lang="en-US" sz="1800">
                <a:ea typeface="+mn-lt"/>
                <a:cs typeface="+mn-lt"/>
              </a:rPr>
              <a:t>Visualize platform health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Visualize work product quality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Display automation maturity metrics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Display AI effectiveness metrics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Display self-healing effectiveness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Provide operational and executive dashboards 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Generate governance reports</a:t>
            </a:r>
            <a:endParaRPr lang="en-US"/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Output</a:t>
            </a: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Governance Intelligence Dashboard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6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61AB-B809-A70F-C2C2-D5E5404D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B232-6C5A-1B23-AA17-4D30A0191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8491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200"/>
              <a:t>Requirement Intelligence Layer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CP1 Validation Report</a:t>
            </a:r>
            <a:endParaRPr lang="en-US" sz="1200" dirty="0">
              <a:latin typeface="Aptos" panose="020B0004020202020204"/>
              <a:ea typeface="+mn-lt"/>
              <a:cs typeface="+mn-lt"/>
            </a:endParaRPr>
          </a:p>
          <a:p>
            <a:r>
              <a:rPr lang="en-US" sz="1200">
                <a:latin typeface="Consolas"/>
                <a:ea typeface="+mn-lt"/>
                <a:cs typeface="+mn-lt"/>
              </a:rPr>
              <a:t>Requirement Intelligence Report</a:t>
            </a:r>
            <a:endParaRPr lang="en-US" sz="1200">
              <a:latin typeface="Aptos" panose="020B0004020202020204"/>
              <a:ea typeface="+mn-lt"/>
              <a:cs typeface="+mn-lt"/>
            </a:endParaRPr>
          </a:p>
          <a:p>
            <a:r>
              <a:rPr lang="en-US" sz="1200">
                <a:latin typeface="Consolas"/>
                <a:ea typeface="+mn-lt"/>
                <a:cs typeface="+mn-lt"/>
              </a:rPr>
              <a:t>Requirement Traceability Report</a:t>
            </a:r>
            <a:endParaRPr lang="en-US" sz="120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/>
              <a:t>Feature Engineering Layer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Feature Governance Report</a:t>
            </a:r>
            <a:endParaRPr lang="en-US" sz="1200" dirty="0">
              <a:latin typeface="Aptos" panose="020B0004020202020204"/>
              <a:ea typeface="+mn-lt"/>
              <a:cs typeface="+mn-lt"/>
            </a:endParaRPr>
          </a:p>
          <a:p>
            <a:r>
              <a:rPr lang="en-US" sz="1200">
                <a:latin typeface="Consolas"/>
                <a:ea typeface="+mn-lt"/>
                <a:cs typeface="+mn-lt"/>
              </a:rPr>
              <a:t>CP2 Validation Report</a:t>
            </a:r>
            <a:endParaRPr lang="en-US" sz="1200">
              <a:latin typeface="Aptos" panose="020B0004020202020204"/>
              <a:ea typeface="+mn-lt"/>
              <a:cs typeface="+mn-lt"/>
            </a:endParaRPr>
          </a:p>
          <a:p>
            <a:r>
              <a:rPr lang="en-US" sz="1200">
                <a:latin typeface="Consolas"/>
                <a:ea typeface="+mn-lt"/>
                <a:cs typeface="+mn-lt"/>
              </a:rPr>
              <a:t>Gherkin Metrics Report</a:t>
            </a:r>
            <a:endParaRPr lang="en-US" sz="120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/>
              <a:t>Automation Engineering Layer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Coverage Report</a:t>
            </a:r>
            <a:endParaRPr lang="en-US" sz="1200">
              <a:latin typeface="Aptos" panose="020B0004020202020204"/>
              <a:ea typeface="+mn-lt"/>
              <a:cs typeface="+mn-lt"/>
            </a:endParaRPr>
          </a:p>
          <a:p>
            <a:r>
              <a:rPr lang="en-US" sz="1200">
                <a:latin typeface="Consolas"/>
                <a:ea typeface="+mn-lt"/>
                <a:cs typeface="+mn-lt"/>
              </a:rPr>
              <a:t>CP3 Report</a:t>
            </a:r>
            <a:endParaRPr lang="en-US" sz="1200">
              <a:latin typeface="Aptos" panose="020B0004020202020204"/>
              <a:ea typeface="+mn-lt"/>
              <a:cs typeface="+mn-lt"/>
            </a:endParaRPr>
          </a:p>
          <a:p>
            <a:r>
              <a:rPr lang="en-US" sz="1200">
                <a:latin typeface="Consolas"/>
                <a:ea typeface="+mn-lt"/>
                <a:cs typeface="+mn-lt"/>
              </a:rPr>
              <a:t>CP4 Report</a:t>
            </a:r>
            <a:endParaRPr lang="en-US" sz="1200">
              <a:latin typeface="Aptos" panose="020B0004020202020204"/>
              <a:ea typeface="+mn-lt"/>
              <a:cs typeface="+mn-lt"/>
            </a:endParaRPr>
          </a:p>
          <a:p>
            <a:r>
              <a:rPr lang="en-US" sz="1200">
                <a:latin typeface="Consolas"/>
                <a:ea typeface="+mn-lt"/>
                <a:cs typeface="+mn-lt"/>
              </a:rPr>
              <a:t>Automation Metrics</a:t>
            </a:r>
            <a:endParaRPr lang="en-US" sz="1200"/>
          </a:p>
          <a:p>
            <a:pPr>
              <a:buNone/>
            </a:pPr>
            <a:endParaRPr lang="en-US" sz="1200" dirty="0"/>
          </a:p>
          <a:p>
            <a:endParaRPr lang="en-US" sz="1200" dirty="0">
              <a:ea typeface="+mn-lt"/>
              <a:cs typeface="+mn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36DD25E-429C-4CB7-7ABF-932DDA000AA2}"/>
              </a:ext>
            </a:extLst>
          </p:cNvPr>
          <p:cNvSpPr txBox="1">
            <a:spLocks/>
          </p:cNvSpPr>
          <p:nvPr/>
        </p:nvSpPr>
        <p:spPr>
          <a:xfrm>
            <a:off x="6361134" y="1826669"/>
            <a:ext cx="4988491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200"/>
              <a:t>Quality Governance Layer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CP5 Report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CP6 Report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Quality Governance Report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Sonar Metrics</a:t>
            </a:r>
            <a:endParaRPr lang="en-US" sz="1200">
              <a:latin typeface="Consolas"/>
            </a:endParaRPr>
          </a:p>
          <a:p>
            <a:pPr>
              <a:buNone/>
            </a:pPr>
            <a:br>
              <a:rPr lang="en-US" sz="1200" dirty="0"/>
            </a:br>
            <a:endParaRPr lang="en-US" sz="1200"/>
          </a:p>
          <a:p>
            <a:pPr>
              <a:buNone/>
            </a:pPr>
            <a:r>
              <a:rPr lang="en-US" sz="1200"/>
              <a:t>Failure Intelligence Layer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CP7 Report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RCA Report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Remediation Report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Failure Trends</a:t>
            </a:r>
          </a:p>
          <a:p>
            <a:r>
              <a:rPr lang="en-US" sz="1200">
                <a:latin typeface="Consolas"/>
                <a:ea typeface="+mn-lt"/>
                <a:cs typeface="+mn-lt"/>
              </a:rPr>
              <a:t>Self-Healing Metrics</a:t>
            </a:r>
            <a:endParaRPr lang="en-US" sz="1200">
              <a:latin typeface="Consolas"/>
            </a:endParaRPr>
          </a:p>
          <a:p>
            <a:pPr>
              <a:buNone/>
            </a:pPr>
            <a:endParaRPr lang="en-US" sz="12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280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1E30-58FA-BADE-5B23-055389D1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Outputs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FFA7-2192-9287-425C-5BCE1BCB7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3231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Work Product 1</a:t>
            </a:r>
          </a:p>
          <a:p>
            <a:r>
              <a:rPr lang="en-US">
                <a:ea typeface="+mn-lt"/>
                <a:cs typeface="+mn-lt"/>
              </a:rPr>
              <a:t>Operational Dashboard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/>
              <a:t>Work Product 2</a:t>
            </a:r>
          </a:p>
          <a:p>
            <a:r>
              <a:rPr lang="en-US">
                <a:ea typeface="+mn-lt"/>
                <a:cs typeface="+mn-lt"/>
              </a:rPr>
              <a:t>Executive Dashboard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Work Product 3</a:t>
            </a:r>
          </a:p>
          <a:p>
            <a:r>
              <a:rPr lang="en-US">
                <a:ea typeface="+mn-lt"/>
                <a:cs typeface="+mn-lt"/>
              </a:rPr>
              <a:t>Governance Report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/>
              <a:t>Work Product 4</a:t>
            </a:r>
          </a:p>
          <a:p>
            <a:r>
              <a:rPr lang="en-US">
                <a:ea typeface="+mn-lt"/>
                <a:cs typeface="+mn-lt"/>
              </a:rPr>
              <a:t>Platform Health Report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Final </a:t>
            </a:r>
            <a:r>
              <a:rPr lang="en-US"/>
              <a:t>Output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Governance Intelligence Dashboard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44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D37C-7AFA-9570-B067-D276C645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High Level Flow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CA17B-9764-1CF7-1830-8F1586DBEE65}"/>
              </a:ext>
            </a:extLst>
          </p:cNvPr>
          <p:cNvSpPr/>
          <p:nvPr/>
        </p:nvSpPr>
        <p:spPr>
          <a:xfrm>
            <a:off x="2074940" y="1457484"/>
            <a:ext cx="1784794" cy="1731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CP1 Reports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CP2 Reports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CP3 Reports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CP4 Reports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CP5 Reports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CP6 Reports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CP7 Reports</a:t>
            </a:r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488F765-FE18-388A-CC22-C00B76A7F65D}"/>
              </a:ext>
            </a:extLst>
          </p:cNvPr>
          <p:cNvSpPr/>
          <p:nvPr/>
        </p:nvSpPr>
        <p:spPr>
          <a:xfrm>
            <a:off x="3877024" y="2397100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89FED06-0611-9B4D-03EE-A6CC7BCCFBC1}"/>
              </a:ext>
            </a:extLst>
          </p:cNvPr>
          <p:cNvSpPr/>
          <p:nvPr/>
        </p:nvSpPr>
        <p:spPr>
          <a:xfrm>
            <a:off x="6016886" y="2402318"/>
            <a:ext cx="495821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A78D0E7-6E7C-E398-4D1B-ADFFF5058407}"/>
              </a:ext>
            </a:extLst>
          </p:cNvPr>
          <p:cNvSpPr/>
          <p:nvPr/>
        </p:nvSpPr>
        <p:spPr>
          <a:xfrm rot="10800000">
            <a:off x="5996007" y="4516082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E970E82-0366-7BA0-5B3B-7EB65F3EB529}"/>
              </a:ext>
            </a:extLst>
          </p:cNvPr>
          <p:cNvSpPr/>
          <p:nvPr/>
        </p:nvSpPr>
        <p:spPr>
          <a:xfrm rot="10800000">
            <a:off x="3830047" y="4489984"/>
            <a:ext cx="396656" cy="1153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8BBC3BD-2B0C-3054-1A72-F2741BB98F91}"/>
              </a:ext>
            </a:extLst>
          </p:cNvPr>
          <p:cNvSpPr/>
          <p:nvPr/>
        </p:nvSpPr>
        <p:spPr>
          <a:xfrm rot="5400000">
            <a:off x="7207558" y="3404398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1029D7-2D2D-4F5F-EDFB-01D6B896ADFE}"/>
              </a:ext>
            </a:extLst>
          </p:cNvPr>
          <p:cNvSpPr/>
          <p:nvPr/>
        </p:nvSpPr>
        <p:spPr>
          <a:xfrm>
            <a:off x="4266994" y="1457483"/>
            <a:ext cx="1784794" cy="1731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Data Aggregation Layer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F09FEC-961A-3030-17E4-2463070AA6F1}"/>
              </a:ext>
            </a:extLst>
          </p:cNvPr>
          <p:cNvSpPr/>
          <p:nvPr/>
        </p:nvSpPr>
        <p:spPr>
          <a:xfrm>
            <a:off x="6542555" y="1457482"/>
            <a:ext cx="1784794" cy="1731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Metrics Engine</a:t>
            </a: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D7C804-2EF1-E887-FFDF-1861B659CE97}"/>
              </a:ext>
            </a:extLst>
          </p:cNvPr>
          <p:cNvSpPr/>
          <p:nvPr/>
        </p:nvSpPr>
        <p:spPr>
          <a:xfrm>
            <a:off x="2033186" y="3738264"/>
            <a:ext cx="1784794" cy="1731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Governance Intelligence Dashboard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C2F072-35C7-72F2-FBCB-20198D6515EC}"/>
              </a:ext>
            </a:extLst>
          </p:cNvPr>
          <p:cNvSpPr/>
          <p:nvPr/>
        </p:nvSpPr>
        <p:spPr>
          <a:xfrm>
            <a:off x="4225240" y="3738263"/>
            <a:ext cx="1784794" cy="1731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Operational and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Executive Dashboards</a:t>
            </a:r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3BB9D0-2D9F-1BBA-BE36-D93B47B0D437}"/>
              </a:ext>
            </a:extLst>
          </p:cNvPr>
          <p:cNvSpPr/>
          <p:nvPr/>
        </p:nvSpPr>
        <p:spPr>
          <a:xfrm>
            <a:off x="6500801" y="3738262"/>
            <a:ext cx="1784794" cy="17312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Dashboard Engine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5921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F3E9-C6E2-6A8B-A44D-4C5A9364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Design Principle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228B-D27A-2C80-036D-611D2886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Every Control Point Must Be Visible</a:t>
            </a:r>
            <a:endParaRPr lang="en-US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Leadership should be able to answer: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What was generated?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What passed?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What failed?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What was auto-corrected?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What still requires human review?</a:t>
            </a:r>
            <a:endParaRPr lang="en-US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without opening Jenkins, SonarQube, Gherkin Lint, or Azure OpenAI.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6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14A3-6076-720F-90C3-862FD1DA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Components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8E8041D-56F9-310C-D9C2-0F07473DA9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378304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18792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760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Aggregation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Collect CP1–CP7 outputs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682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Metrics Consolidation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Normalize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070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 API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 dashboard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03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Operational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Engineering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653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Executive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Leadership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39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Governance Report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176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Trend Analytics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Historical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441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KPI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 executive KPIs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625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2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7971-1E7C-6131-EB60-1E742F18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Aggregation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A0FCC-57EC-5883-843A-0135F0B2BC5F}"/>
              </a:ext>
            </a:extLst>
          </p:cNvPr>
          <p:cNvSpPr txBox="1"/>
          <p:nvPr/>
        </p:nvSpPr>
        <p:spPr>
          <a:xfrm>
            <a:off x="1000835" y="1671851"/>
            <a:ext cx="1026994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Purpose</a:t>
            </a:r>
          </a:p>
          <a:p>
            <a:r>
              <a:rPr lang="en-US">
                <a:ea typeface="+mn-lt"/>
                <a:cs typeface="+mn-lt"/>
              </a:rPr>
              <a:t>Collect outputs from all layers.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Sources: All CPs</a:t>
            </a:r>
            <a:endParaRPr lang="en-US"/>
          </a:p>
          <a:p>
            <a:endParaRPr lang="en-US" dirty="0"/>
          </a:p>
          <a:p>
            <a:r>
              <a:rPr lang="en-US"/>
              <a:t>Output</a:t>
            </a:r>
            <a:endParaRPr lang="en-US" dirty="0"/>
          </a:p>
          <a:p>
            <a:r>
              <a:rPr lang="en-US"/>
              <a:t>Unified Model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  "project":"</a:t>
            </a:r>
            <a:r>
              <a:rPr lang="en-US" dirty="0" err="1">
                <a:ea typeface="+mn-lt"/>
                <a:cs typeface="+mn-lt"/>
              </a:rPr>
              <a:t>SampleProject</a:t>
            </a:r>
            <a:r>
              <a:rPr lang="en-US" dirty="0">
                <a:ea typeface="+mn-lt"/>
                <a:cs typeface="+mn-lt"/>
              </a:rPr>
              <a:t>",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"cp1":"PASSED",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"cp2":"PASSED",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"cp3":"PASSED"</a:t>
            </a:r>
            <a:endParaRPr lang="en-US"/>
          </a:p>
          <a:p>
            <a:r>
              <a:rPr lang="en-US">
                <a:ea typeface="+mn-lt"/>
                <a:cs typeface="+mn-lt"/>
              </a:rPr>
              <a:t>}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21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A737-DA9E-3EA7-2DE1-5A1C27C7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Operational Dashboard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20168E-7B8E-7D86-C234-61063AAF80DC}"/>
              </a:ext>
            </a:extLst>
          </p:cNvPr>
          <p:cNvSpPr txBox="1">
            <a:spLocks/>
          </p:cNvSpPr>
          <p:nvPr/>
        </p:nvSpPr>
        <p:spPr>
          <a:xfrm>
            <a:off x="950163" y="1824488"/>
            <a:ext cx="1870921" cy="16274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/>
              <a:t>Audience</a:t>
            </a:r>
          </a:p>
          <a:p>
            <a:r>
              <a:rPr lang="en-US" sz="1400">
                <a:ea typeface="+mn-lt"/>
                <a:cs typeface="+mn-lt"/>
              </a:rPr>
              <a:t>Automation Team</a:t>
            </a:r>
          </a:p>
          <a:p>
            <a:r>
              <a:rPr lang="en-US" sz="1400">
                <a:ea typeface="+mn-lt"/>
                <a:cs typeface="+mn-lt"/>
              </a:rPr>
              <a:t>Developers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QA Leads</a:t>
            </a:r>
          </a:p>
          <a:p>
            <a:r>
              <a:rPr lang="en-US" sz="1400">
                <a:ea typeface="+mn-lt"/>
                <a:cs typeface="+mn-lt"/>
              </a:rPr>
              <a:t>Architects</a:t>
            </a:r>
            <a:endParaRPr lang="en-US" sz="140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6AFB08-7B95-2B98-36FA-89B3FA8BA8DA}"/>
              </a:ext>
            </a:extLst>
          </p:cNvPr>
          <p:cNvSpPr txBox="1">
            <a:spLocks/>
          </p:cNvSpPr>
          <p:nvPr/>
        </p:nvSpPr>
        <p:spPr>
          <a:xfrm>
            <a:off x="3195305" y="1823435"/>
            <a:ext cx="8160262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>
                <a:ea typeface="+mn-lt"/>
                <a:cs typeface="+mn-lt"/>
              </a:rPr>
              <a:t>Views</a:t>
            </a:r>
            <a:endParaRPr lang="en-US" sz="1400"/>
          </a:p>
          <a:p>
            <a:pPr>
              <a:buNone/>
            </a:pPr>
            <a:endParaRPr lang="en-US" sz="1400" dirty="0"/>
          </a:p>
          <a:p>
            <a:pPr>
              <a:buNone/>
            </a:pPr>
            <a:endParaRPr 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C7B97A-1923-D5E5-85ED-270784F60287}"/>
              </a:ext>
            </a:extLst>
          </p:cNvPr>
          <p:cNvSpPr/>
          <p:nvPr/>
        </p:nvSpPr>
        <p:spPr>
          <a:xfrm>
            <a:off x="3343701" y="2195014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Requirement Intelligence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DAC3DB-A5CD-000D-2C21-C9BE911CBB1F}"/>
              </a:ext>
            </a:extLst>
          </p:cNvPr>
          <p:cNvSpPr/>
          <p:nvPr/>
        </p:nvSpPr>
        <p:spPr>
          <a:xfrm>
            <a:off x="3343701" y="3002506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Feature Engineering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ACCBEF-9F60-4066-EEB4-1AED364F25B0}"/>
              </a:ext>
            </a:extLst>
          </p:cNvPr>
          <p:cNvSpPr/>
          <p:nvPr/>
        </p:nvSpPr>
        <p:spPr>
          <a:xfrm>
            <a:off x="3343700" y="3815685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Automation Engineering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FF2106-7907-6851-DF6B-099A7D5E0C56}"/>
              </a:ext>
            </a:extLst>
          </p:cNvPr>
          <p:cNvSpPr/>
          <p:nvPr/>
        </p:nvSpPr>
        <p:spPr>
          <a:xfrm>
            <a:off x="3343701" y="4611803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Quality Governance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117280-C51B-B320-D0D3-29870D6CFB77}"/>
              </a:ext>
            </a:extLst>
          </p:cNvPr>
          <p:cNvSpPr/>
          <p:nvPr/>
        </p:nvSpPr>
        <p:spPr>
          <a:xfrm>
            <a:off x="3343700" y="5419295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Failure Intelligence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5BEEB3-78F0-4F37-7F67-F8FC4323BBE6}"/>
              </a:ext>
            </a:extLst>
          </p:cNvPr>
          <p:cNvSpPr/>
          <p:nvPr/>
        </p:nvSpPr>
        <p:spPr>
          <a:xfrm>
            <a:off x="8086298" y="2160896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Requirements Processed</a:t>
            </a:r>
            <a:endParaRPr lang="en-US" sz="1200">
              <a:solidFill>
                <a:srgbClr val="000000"/>
              </a:solidFill>
            </a:endParaRPr>
          </a:p>
          <a:p>
            <a:pPr algn="ctr"/>
            <a:r>
              <a:rPr lang="en-US" sz="1200"/>
              <a:t>Requirements Rejected</a:t>
            </a:r>
            <a:endParaRPr lang="en-US" sz="1200">
              <a:solidFill>
                <a:srgbClr val="000000"/>
              </a:solidFill>
            </a:endParaRPr>
          </a:p>
          <a:p>
            <a:pPr algn="ctr"/>
            <a:r>
              <a:rPr lang="en-US" sz="1200"/>
              <a:t>Ambiguous Requirements</a:t>
            </a: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09E76B-7A55-B081-1DC6-85E64ECEF3F9}"/>
              </a:ext>
            </a:extLst>
          </p:cNvPr>
          <p:cNvSpPr/>
          <p:nvPr/>
        </p:nvSpPr>
        <p:spPr>
          <a:xfrm>
            <a:off x="8097671" y="2968388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Features Generated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Gherkin Compliance %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Tagging Compliance %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Scenario Coverage</a:t>
            </a:r>
            <a:endParaRPr lang="en-US" sz="16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D26EA9-9F3D-0752-7653-49CEB355315D}"/>
              </a:ext>
            </a:extLst>
          </p:cNvPr>
          <p:cNvSpPr/>
          <p:nvPr/>
        </p:nvSpPr>
        <p:spPr>
          <a:xfrm>
            <a:off x="8086298" y="3781567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Reuse %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Generated Assets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Coverage %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Locator Health</a:t>
            </a:r>
            <a:endParaRPr lang="en-US" sz="160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8925CE-021E-C9F7-09C3-FDCC829D58E6}"/>
              </a:ext>
            </a:extLst>
          </p:cNvPr>
          <p:cNvSpPr/>
          <p:nvPr/>
        </p:nvSpPr>
        <p:spPr>
          <a:xfrm>
            <a:off x="8097671" y="4589059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Code Smells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Maintainability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Duplication %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Quality Gate Status</a:t>
            </a:r>
            <a:endParaRPr lang="en-US" sz="16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5306D8-9A45-DD3D-5856-A919D4E88636}"/>
              </a:ext>
            </a:extLst>
          </p:cNvPr>
          <p:cNvSpPr/>
          <p:nvPr/>
        </p:nvSpPr>
        <p:spPr>
          <a:xfrm>
            <a:off x="8097671" y="5396551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Failures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Top Failure Categories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Auto Remediation Success %</a:t>
            </a:r>
            <a:endParaRPr lang="en-US" sz="1600"/>
          </a:p>
          <a:p>
            <a:pPr algn="ctr"/>
            <a:r>
              <a:rPr lang="en-US" sz="1200">
                <a:ea typeface="+mn-lt"/>
                <a:cs typeface="+mn-lt"/>
              </a:rPr>
              <a:t>Flaky Tests</a:t>
            </a:r>
            <a:endParaRPr lang="en-US" sz="160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0EC48F0-C60E-E7ED-C235-F1523D1DAAC1}"/>
              </a:ext>
            </a:extLst>
          </p:cNvPr>
          <p:cNvSpPr/>
          <p:nvPr/>
        </p:nvSpPr>
        <p:spPr>
          <a:xfrm>
            <a:off x="4560626" y="3662148"/>
            <a:ext cx="3531358" cy="1046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9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7E7EB-42AD-5D6E-7B3F-A3FF731C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5C18-BCAE-CBE7-007F-20D746F0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Executive Dashboard</a:t>
            </a:r>
            <a:endParaRPr lang="en-US" dirty="0" err="1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2FBEE0-C821-CE7C-7D01-4468F0C454B8}"/>
              </a:ext>
            </a:extLst>
          </p:cNvPr>
          <p:cNvSpPr txBox="1">
            <a:spLocks/>
          </p:cNvSpPr>
          <p:nvPr/>
        </p:nvSpPr>
        <p:spPr>
          <a:xfrm>
            <a:off x="950163" y="1824488"/>
            <a:ext cx="1870921" cy="7460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/>
              <a:t>Audience</a:t>
            </a:r>
          </a:p>
          <a:p>
            <a:r>
              <a:rPr lang="en-US" sz="1400">
                <a:ea typeface="+mn-lt"/>
                <a:cs typeface="+mn-lt"/>
              </a:rPr>
              <a:t>Leadership</a:t>
            </a:r>
            <a:endParaRPr lang="en-US"/>
          </a:p>
          <a:p>
            <a:endParaRPr lang="en-US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58DF11-E9C1-6C06-59B4-C177CBBED292}"/>
              </a:ext>
            </a:extLst>
          </p:cNvPr>
          <p:cNvSpPr txBox="1">
            <a:spLocks/>
          </p:cNvSpPr>
          <p:nvPr/>
        </p:nvSpPr>
        <p:spPr>
          <a:xfrm>
            <a:off x="3195305" y="1823435"/>
            <a:ext cx="8160262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400">
                <a:ea typeface="+mn-lt"/>
                <a:cs typeface="+mn-lt"/>
              </a:rPr>
              <a:t>KPIs</a:t>
            </a:r>
            <a:endParaRPr lang="en-US"/>
          </a:p>
          <a:p>
            <a:pPr>
              <a:buNone/>
            </a:pPr>
            <a:endParaRPr lang="en-US" sz="1400" dirty="0"/>
          </a:p>
          <a:p>
            <a:pPr>
              <a:buNone/>
            </a:pPr>
            <a:endParaRPr 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F45FA6-2372-A7F4-4ACC-614B472331F7}"/>
              </a:ext>
            </a:extLst>
          </p:cNvPr>
          <p:cNvSpPr/>
          <p:nvPr/>
        </p:nvSpPr>
        <p:spPr>
          <a:xfrm>
            <a:off x="3343701" y="2195014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Productivity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416B3-366F-F06A-7A9C-DAE52AE58749}"/>
              </a:ext>
            </a:extLst>
          </p:cNvPr>
          <p:cNvSpPr/>
          <p:nvPr/>
        </p:nvSpPr>
        <p:spPr>
          <a:xfrm>
            <a:off x="3343701" y="3002506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Quality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66CBE-06D2-C11E-2103-E70CFA757944}"/>
              </a:ext>
            </a:extLst>
          </p:cNvPr>
          <p:cNvSpPr/>
          <p:nvPr/>
        </p:nvSpPr>
        <p:spPr>
          <a:xfrm>
            <a:off x="3343700" y="3815685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AI Effectiveness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C0E932-D542-0034-5E1F-F3BBEBD117A3}"/>
              </a:ext>
            </a:extLst>
          </p:cNvPr>
          <p:cNvSpPr/>
          <p:nvPr/>
        </p:nvSpPr>
        <p:spPr>
          <a:xfrm>
            <a:off x="3343701" y="4611803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Self-Healing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ACCF6C-C405-DCF4-33A6-7CAE3750AD5F}"/>
              </a:ext>
            </a:extLst>
          </p:cNvPr>
          <p:cNvSpPr/>
          <p:nvPr/>
        </p:nvSpPr>
        <p:spPr>
          <a:xfrm>
            <a:off x="3343700" y="5419295"/>
            <a:ext cx="1216925" cy="807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ROI</a:t>
            </a:r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FBC496-1EC0-97CE-58D8-3BF067CE8FB9}"/>
              </a:ext>
            </a:extLst>
          </p:cNvPr>
          <p:cNvSpPr/>
          <p:nvPr/>
        </p:nvSpPr>
        <p:spPr>
          <a:xfrm>
            <a:off x="8086298" y="2160896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Requirements Automated</a:t>
            </a:r>
            <a:endParaRPr lang="en-US"/>
          </a:p>
          <a:p>
            <a:pPr algn="ctr"/>
            <a:r>
              <a:rPr lang="en-US" sz="1200">
                <a:ea typeface="+mn-lt"/>
                <a:cs typeface="+mn-lt"/>
              </a:rPr>
              <a:t>Features Generated</a:t>
            </a:r>
            <a:endParaRPr lang="en-US"/>
          </a:p>
          <a:p>
            <a:pPr algn="ctr"/>
            <a:r>
              <a:rPr lang="en-US" sz="1200">
                <a:ea typeface="+mn-lt"/>
                <a:cs typeface="+mn-lt"/>
              </a:rPr>
              <a:t>Automation Assets Generated</a:t>
            </a:r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2ED98A-9203-50B1-396D-D26BA7725CBF}"/>
              </a:ext>
            </a:extLst>
          </p:cNvPr>
          <p:cNvSpPr/>
          <p:nvPr/>
        </p:nvSpPr>
        <p:spPr>
          <a:xfrm>
            <a:off x="8097671" y="2968388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Quality Gate Pass %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1200">
                <a:ea typeface="+mn-lt"/>
                <a:cs typeface="+mn-lt"/>
              </a:rPr>
              <a:t>CP Pass Rate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1200">
                <a:ea typeface="+mn-lt"/>
                <a:cs typeface="+mn-lt"/>
              </a:rPr>
              <a:t>Automation Coverage %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42D140-A645-B9EA-3EEA-D2308A3FE134}"/>
              </a:ext>
            </a:extLst>
          </p:cNvPr>
          <p:cNvSpPr/>
          <p:nvPr/>
        </p:nvSpPr>
        <p:spPr>
          <a:xfrm>
            <a:off x="8086298" y="3781567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AI Generated Assets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1200">
                <a:ea typeface="+mn-lt"/>
                <a:cs typeface="+mn-lt"/>
              </a:rPr>
              <a:t>AI Acceptance Rate</a:t>
            </a:r>
            <a:endParaRPr lang="en-US"/>
          </a:p>
          <a:p>
            <a:pPr algn="ctr"/>
            <a:r>
              <a:rPr lang="en-US" sz="1200">
                <a:ea typeface="+mn-lt"/>
                <a:cs typeface="+mn-lt"/>
              </a:rPr>
              <a:t>AI Correction Success Rate</a:t>
            </a: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AD4424A-9464-F4E7-2618-B2BFDF226836}"/>
              </a:ext>
            </a:extLst>
          </p:cNvPr>
          <p:cNvSpPr/>
          <p:nvPr/>
        </p:nvSpPr>
        <p:spPr>
          <a:xfrm>
            <a:off x="8097671" y="4589059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Failures Auto Fixed</a:t>
            </a:r>
            <a:endParaRPr lang="en-US"/>
          </a:p>
          <a:p>
            <a:pPr algn="ctr"/>
            <a:r>
              <a:rPr lang="en-US" sz="1200">
                <a:ea typeface="+mn-lt"/>
                <a:cs typeface="+mn-lt"/>
              </a:rPr>
              <a:t>Auto Remediation Success %</a:t>
            </a:r>
            <a:endParaRPr lang="en-US">
              <a:ea typeface="+mn-lt"/>
              <a:cs typeface="+mn-lt"/>
            </a:endParaRPr>
          </a:p>
          <a:p>
            <a:pPr algn="ctr"/>
            <a:r>
              <a:rPr lang="en-US" sz="1200">
                <a:ea typeface="+mn-lt"/>
                <a:cs typeface="+mn-lt"/>
              </a:rPr>
              <a:t>Manual Interventions Avoided</a:t>
            </a:r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D1DF3E8-CE1D-1603-885B-396317A4CE38}"/>
              </a:ext>
            </a:extLst>
          </p:cNvPr>
          <p:cNvSpPr/>
          <p:nvPr/>
        </p:nvSpPr>
        <p:spPr>
          <a:xfrm>
            <a:off x="8097671" y="5396551"/>
            <a:ext cx="2701120" cy="8074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Hours Saved</a:t>
            </a:r>
            <a:endParaRPr lang="en-US"/>
          </a:p>
          <a:p>
            <a:pPr algn="ctr"/>
            <a:r>
              <a:rPr lang="en-US" sz="1200">
                <a:ea typeface="+mn-lt"/>
                <a:cs typeface="+mn-lt"/>
              </a:rPr>
              <a:t>Manual Effort Reduced</a:t>
            </a:r>
            <a:endParaRPr lang="en-US"/>
          </a:p>
          <a:p>
            <a:pPr algn="ctr"/>
            <a:r>
              <a:rPr lang="en-US" sz="1200">
                <a:ea typeface="+mn-lt"/>
                <a:cs typeface="+mn-lt"/>
              </a:rPr>
              <a:t>Automation Reuse %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91688A9-AF46-D648-C4B6-B315130D5952}"/>
              </a:ext>
            </a:extLst>
          </p:cNvPr>
          <p:cNvSpPr/>
          <p:nvPr/>
        </p:nvSpPr>
        <p:spPr>
          <a:xfrm>
            <a:off x="4560626" y="3662148"/>
            <a:ext cx="3531358" cy="1046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49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72F-3992-5C64-68E3-BD7F50FA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KPI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155C-AB87-090C-E8FA-DC665638A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400" b="1" dirty="0"/>
              <a:t>Metr</a:t>
            </a:r>
            <a:r>
              <a:rPr lang="en-US" sz="1400" b="1"/>
              <a:t>ics Calculated</a:t>
            </a:r>
            <a:endParaRPr lang="en-US" sz="1400" dirty="0"/>
          </a:p>
          <a:p>
            <a:pPr>
              <a:buNone/>
            </a:pPr>
            <a:endParaRPr lang="en-US" sz="1400">
              <a:ea typeface="+mn-lt"/>
              <a:cs typeface="+mn-lt"/>
            </a:endParaRPr>
          </a:p>
          <a:p>
            <a:pPr>
              <a:buNone/>
            </a:pPr>
            <a:r>
              <a:rPr lang="en-US" sz="1400"/>
              <a:t>CP Success Rate</a:t>
            </a:r>
          </a:p>
          <a:p>
            <a:pPr>
              <a:buNone/>
            </a:pPr>
            <a:r>
              <a:rPr lang="en-US" sz="1400">
                <a:latin typeface="Consolas"/>
                <a:ea typeface="+mn-lt"/>
                <a:cs typeface="+mn-lt"/>
              </a:rPr>
              <a:t>(Passed CPs / Total CPs) × 100</a:t>
            </a:r>
            <a:endParaRPr lang="en-US" sz="1400"/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/>
              <a:t>Automation Reuse</a:t>
            </a:r>
          </a:p>
          <a:p>
            <a:pPr>
              <a:buNone/>
            </a:pPr>
            <a:r>
              <a:rPr lang="en-US" sz="1400">
                <a:latin typeface="Consolas"/>
                <a:ea typeface="+mn-lt"/>
                <a:cs typeface="+mn-lt"/>
              </a:rPr>
              <a:t>(Reused Assets / Total Assets) × 100</a:t>
            </a:r>
            <a:endParaRPr lang="en-US" sz="1400"/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/>
              <a:t>Self-Healing Success</a:t>
            </a:r>
          </a:p>
          <a:p>
            <a:pPr>
              <a:buNone/>
            </a:pPr>
            <a:r>
              <a:rPr lang="en-US" sz="1400">
                <a:latin typeface="Consolas"/>
                <a:ea typeface="+mn-lt"/>
                <a:cs typeface="+mn-lt"/>
              </a:rPr>
              <a:t>(Auto Fixed Failures / Eligible Failures) × 100</a:t>
            </a:r>
            <a:endParaRPr lang="en-US" sz="1400">
              <a:latin typeface="Consolas"/>
            </a:endParaRPr>
          </a:p>
          <a:p>
            <a:pPr>
              <a:buNone/>
            </a:pPr>
            <a:endParaRPr lang="en-US" sz="1400" dirty="0">
              <a:latin typeface="Consolas"/>
            </a:endParaRPr>
          </a:p>
          <a:p>
            <a:pPr>
              <a:buNone/>
            </a:pPr>
            <a:r>
              <a:rPr lang="en-US" sz="1400"/>
              <a:t>AI Accuracy</a:t>
            </a:r>
          </a:p>
          <a:p>
            <a:pPr>
              <a:buNone/>
            </a:pPr>
            <a:r>
              <a:rPr lang="en-US" sz="1400">
                <a:latin typeface="Consolas"/>
                <a:ea typeface="+mn-lt"/>
                <a:cs typeface="+mn-lt"/>
              </a:rPr>
              <a:t>Accepted Outputs / Generated Outputs</a:t>
            </a:r>
            <a:endParaRPr lang="en-US" sz="1400"/>
          </a:p>
          <a:p>
            <a:pPr>
              <a:buNone/>
            </a:pPr>
            <a:endParaRPr lang="en-US" sz="1400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1805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329F-D3D3-B9EA-3D7C-5F8259CB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Trend Analytics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4D36E-94B4-D357-7314-E945CEA7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sz="1600" b="1">
                <a:ea typeface="+mn-lt"/>
                <a:cs typeface="+mn-lt"/>
              </a:rPr>
              <a:t>Metrics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Track over time:</a:t>
            </a:r>
            <a:endParaRPr lang="en-US" sz="1600"/>
          </a:p>
          <a:p>
            <a:r>
              <a:rPr lang="en-US" sz="1600">
                <a:latin typeface="Consolas"/>
              </a:rPr>
              <a:t>CP Pass Rate</a:t>
            </a:r>
            <a:endParaRPr lang="en-US" sz="1600">
              <a:latin typeface="Aptos" panose="020B0004020202020204"/>
            </a:endParaRPr>
          </a:p>
          <a:p>
            <a:r>
              <a:rPr lang="en-US" sz="1600">
                <a:latin typeface="Consolas"/>
              </a:rPr>
              <a:t>Code Quality</a:t>
            </a:r>
            <a:endParaRPr lang="en-US" sz="1600">
              <a:latin typeface="Aptos" panose="020B0004020202020204"/>
            </a:endParaRPr>
          </a:p>
          <a:p>
            <a:r>
              <a:rPr lang="en-US" sz="1600">
                <a:latin typeface="Consolas"/>
              </a:rPr>
              <a:t>Automation Coverage</a:t>
            </a:r>
            <a:endParaRPr lang="en-US" sz="1600">
              <a:latin typeface="Aptos" panose="020B0004020202020204"/>
            </a:endParaRPr>
          </a:p>
          <a:p>
            <a:r>
              <a:rPr lang="en-US" sz="1600">
                <a:latin typeface="Consolas"/>
              </a:rPr>
              <a:t>Failure Categories</a:t>
            </a:r>
            <a:endParaRPr lang="en-US" sz="1600">
              <a:latin typeface="Aptos" panose="020B0004020202020204"/>
            </a:endParaRPr>
          </a:p>
          <a:p>
            <a:r>
              <a:rPr lang="en-US" sz="1600">
                <a:latin typeface="Consolas"/>
              </a:rPr>
              <a:t>Self-Healing Success</a:t>
            </a:r>
            <a:endParaRPr lang="en-US" sz="1600">
              <a:latin typeface="Aptos"/>
            </a:endParaRPr>
          </a:p>
          <a:p>
            <a:r>
              <a:rPr lang="en-US" sz="1600">
                <a:latin typeface="Consolas"/>
              </a:rPr>
              <a:t>AI Accuracy</a:t>
            </a:r>
            <a:endParaRPr lang="en-US" sz="1600"/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Example:</a:t>
            </a:r>
            <a:endParaRPr lang="en-US" sz="1600"/>
          </a:p>
          <a:p>
            <a:r>
              <a:rPr lang="en-US" sz="1600">
                <a:latin typeface="Consolas"/>
              </a:rPr>
              <a:t>Month-on-Month</a:t>
            </a:r>
            <a:endParaRPr lang="en-US" sz="1600">
              <a:latin typeface="Aptos" panose="020B0004020202020204"/>
            </a:endParaRPr>
          </a:p>
          <a:p>
            <a:r>
              <a:rPr lang="en-US" sz="1600">
                <a:latin typeface="Consolas"/>
              </a:rPr>
              <a:t>Week-on-Week</a:t>
            </a:r>
            <a:endParaRPr lang="en-US" sz="1600">
              <a:latin typeface="Aptos" panose="020B0004020202020204"/>
            </a:endParaRPr>
          </a:p>
          <a:p>
            <a:r>
              <a:rPr lang="en-US" sz="1600">
                <a:latin typeface="Consolas"/>
              </a:rPr>
              <a:t>Sprint-wise</a:t>
            </a:r>
            <a:endParaRPr lang="en-US" sz="1600">
              <a:latin typeface="Aptos" panose="020B0004020202020204"/>
            </a:endParaRPr>
          </a:p>
          <a:p>
            <a:r>
              <a:rPr lang="en-US" sz="1600">
                <a:latin typeface="Consolas"/>
              </a:rPr>
              <a:t>Release-wise</a:t>
            </a:r>
            <a:endParaRPr lang="en-US" sz="1600"/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8023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FB378-76A1-C84A-F168-F549F4B3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E63B-D8B0-6B05-3A01-4751663D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Governance Report Generator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7261-CB02-6226-D839-D586F7023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9378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/>
              <a:t>Purpose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Generate leadership reports.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Contents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Control Point Summary</a:t>
            </a:r>
            <a:endParaRPr lang="en-US" dirty="0">
              <a:latin typeface="Aptos"/>
            </a:endParaRPr>
          </a:p>
          <a:p>
            <a:r>
              <a:rPr lang="en-US">
                <a:ea typeface="+mn-lt"/>
                <a:cs typeface="+mn-lt"/>
              </a:rPr>
              <a:t>Quality Summary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Execution Summary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Failure Summary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AI Effectiveness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Self-Healing Effectiveness</a:t>
            </a:r>
            <a:endParaRPr lang="en-US"/>
          </a:p>
          <a:p>
            <a:pPr>
              <a:buNone/>
            </a:pPr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04824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CEEEB-E272-63DA-97B6-12C99217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385F-81F4-E4A9-73BA-4CF9064F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AI Insights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E748-2326-1C62-F420-FE5C4B942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Azure OpenAI can generate:</a:t>
            </a:r>
            <a:endParaRPr lang="en-US">
              <a:latin typeface="Aptos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Project Health Summary</a:t>
            </a:r>
            <a:endParaRPr lang="en-US">
              <a:latin typeface="Aptos" panose="020B0004020202020204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Top Risks</a:t>
            </a:r>
            <a:endParaRPr lang="en-US">
              <a:latin typeface="Aptos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Improvement Suggestions</a:t>
            </a:r>
            <a:endParaRPr lang="en-US">
              <a:latin typeface="Aptos" panose="020B0004020202020204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Trend Commentary</a:t>
            </a:r>
            <a:endParaRPr lang="en-US"/>
          </a:p>
          <a:p>
            <a:endParaRPr lang="en-US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Example: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"Locator-related failures decreased by 32% after self-healing was introduced."</a:t>
            </a:r>
            <a:endParaRPr lang="en-US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9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B500-D4A3-83B0-566D-E889598C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Human-in-the-Loop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6B61-6A33-3E23-B115-51D62A48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Review required when:</a:t>
            </a:r>
            <a:endParaRPr lang="en-US"/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CP pass rate drops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Quality Gate failures increase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Auto-remediation success falls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AI acceptance rate drops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09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2749-F3F4-8A47-F240-FD579EBB0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Product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100F12-1D22-C08A-0BD8-76ACCC584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740056"/>
              </p:ext>
            </p:extLst>
          </p:nvPr>
        </p:nvGraphicFramePr>
        <p:xfrm>
          <a:off x="835925" y="2013272"/>
          <a:ext cx="10178954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89477">
                  <a:extLst>
                    <a:ext uri="{9D8B030D-6E8A-4147-A177-3AD203B41FA5}">
                      <a16:colId xmlns:a16="http://schemas.microsoft.com/office/drawing/2014/main" val="2798820688"/>
                    </a:ext>
                  </a:extLst>
                </a:gridCol>
                <a:gridCol w="5089477">
                  <a:extLst>
                    <a:ext uri="{9D8B030D-6E8A-4147-A177-3AD203B41FA5}">
                      <a16:colId xmlns:a16="http://schemas.microsoft.com/office/drawing/2014/main" val="1539904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8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Operational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Executive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79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Governance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086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Platform Health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KPI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71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Governance Intelligence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613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62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453C-0C62-AD84-9BD5-CC3CD8BD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Integration with External Systems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B5870A3-DC80-D44E-E334-09B7FD5BB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319265"/>
              </p:ext>
            </p:extLst>
          </p:nvPr>
        </p:nvGraphicFramePr>
        <p:xfrm>
          <a:off x="838200" y="1825625"/>
          <a:ext cx="10049924" cy="27122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24962">
                  <a:extLst>
                    <a:ext uri="{9D8B030D-6E8A-4147-A177-3AD203B41FA5}">
                      <a16:colId xmlns:a16="http://schemas.microsoft.com/office/drawing/2014/main" val="3220602010"/>
                    </a:ext>
                  </a:extLst>
                </a:gridCol>
                <a:gridCol w="5024962">
                  <a:extLst>
                    <a:ext uri="{9D8B030D-6E8A-4147-A177-3AD203B41FA5}">
                      <a16:colId xmlns:a16="http://schemas.microsoft.com/office/drawing/2014/main" val="1039152899"/>
                    </a:ext>
                  </a:extLst>
                </a:gridCol>
              </a:tblGrid>
              <a:tr h="452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22508"/>
                  </a:ext>
                </a:extLst>
              </a:tr>
              <a:tr h="452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Jenkins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531589"/>
                  </a:ext>
                </a:extLst>
              </a:tr>
              <a:tr h="452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SonarQube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Quality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533040"/>
                  </a:ext>
                </a:extLst>
              </a:tr>
              <a:tr h="452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HP ALM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295432"/>
                  </a:ext>
                </a:extLst>
              </a:tr>
              <a:tr h="452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 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187333"/>
                  </a:ext>
                </a:extLst>
              </a:tr>
              <a:tr h="452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OWASP ZAP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Security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7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7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299B2-921B-C981-0281-427AD2244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B7E3-5BD3-334C-DA2D-BDB09CEA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489685-4C43-C216-552E-CF4A01BD1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336853"/>
              </p:ext>
            </p:extLst>
          </p:nvPr>
        </p:nvGraphicFramePr>
        <p:xfrm>
          <a:off x="1023056" y="2310734"/>
          <a:ext cx="5448702" cy="2682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24351">
                  <a:extLst>
                    <a:ext uri="{9D8B030D-6E8A-4147-A177-3AD203B41FA5}">
                      <a16:colId xmlns:a16="http://schemas.microsoft.com/office/drawing/2014/main" val="1381368843"/>
                    </a:ext>
                  </a:extLst>
                </a:gridCol>
                <a:gridCol w="2724351">
                  <a:extLst>
                    <a:ext uri="{9D8B030D-6E8A-4147-A177-3AD203B41FA5}">
                      <a16:colId xmlns:a16="http://schemas.microsoft.com/office/drawing/2014/main" val="15708095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333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CP1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Requirement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244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CP2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Feature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787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CP3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Automation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79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CP4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Locator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34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CP5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Quality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97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CP6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Execution readiness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215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CP7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Failure intelligence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3215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DD34ABF-9664-B0F8-7668-A6FB3149F7C7}"/>
              </a:ext>
            </a:extLst>
          </p:cNvPr>
          <p:cNvSpPr txBox="1"/>
          <p:nvPr/>
        </p:nvSpPr>
        <p:spPr>
          <a:xfrm>
            <a:off x="1023582" y="1688910"/>
            <a:ext cx="21836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Data </a:t>
            </a:r>
            <a:r>
              <a:rPr lang="en-US" b="1"/>
              <a:t>Aggregation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EA850C-3DB8-6D3C-6B0D-04665302E4D2}"/>
              </a:ext>
            </a:extLst>
          </p:cNvPr>
          <p:cNvSpPr txBox="1"/>
          <p:nvPr/>
        </p:nvSpPr>
        <p:spPr>
          <a:xfrm>
            <a:off x="7676865" y="1717342"/>
            <a:ext cx="30821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Dashboard Backend</a:t>
            </a:r>
            <a:endParaRPr lang="en-US" b="1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40FEBBC-FCBB-FF78-C32B-83BF9909A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892728"/>
              </p:ext>
            </p:extLst>
          </p:nvPr>
        </p:nvGraphicFramePr>
        <p:xfrm>
          <a:off x="7108209" y="2310793"/>
          <a:ext cx="4697022" cy="1341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48511">
                  <a:extLst>
                    <a:ext uri="{9D8B030D-6E8A-4147-A177-3AD203B41FA5}">
                      <a16:colId xmlns:a16="http://schemas.microsoft.com/office/drawing/2014/main" val="3174840044"/>
                    </a:ext>
                  </a:extLst>
                </a:gridCol>
                <a:gridCol w="2348511">
                  <a:extLst>
                    <a:ext uri="{9D8B030D-6E8A-4147-A177-3AD203B41FA5}">
                      <a16:colId xmlns:a16="http://schemas.microsoft.com/office/drawing/2014/main" val="3310012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607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Aggregation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Unified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20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Metrics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KPI 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00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Trend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Historical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49042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952CC0C-EB8C-865E-D0D0-5414494E0B7F}"/>
              </a:ext>
            </a:extLst>
          </p:cNvPr>
          <p:cNvSpPr txBox="1"/>
          <p:nvPr/>
        </p:nvSpPr>
        <p:spPr>
          <a:xfrm>
            <a:off x="7676865" y="3861178"/>
            <a:ext cx="30821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Dashboard UI</a:t>
            </a:r>
            <a:endParaRPr lang="en-US" b="1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1962002-35B7-CE2F-0AE8-5619265AC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191718"/>
              </p:ext>
            </p:extLst>
          </p:nvPr>
        </p:nvGraphicFramePr>
        <p:xfrm>
          <a:off x="7108209" y="4551301"/>
          <a:ext cx="4685660" cy="1584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42830">
                  <a:extLst>
                    <a:ext uri="{9D8B030D-6E8A-4147-A177-3AD203B41FA5}">
                      <a16:colId xmlns:a16="http://schemas.microsoft.com/office/drawing/2014/main" val="2786682841"/>
                    </a:ext>
                  </a:extLst>
                </a:gridCol>
                <a:gridCol w="2342830">
                  <a:extLst>
                    <a:ext uri="{9D8B030D-6E8A-4147-A177-3AD203B41FA5}">
                      <a16:colId xmlns:a16="http://schemas.microsoft.com/office/drawing/2014/main" val="3883076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885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Operational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Engineering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817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Executive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Leadership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401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Visualization 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Charts &amp; graphs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2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771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E4962-2CEB-DC9D-84D7-54D6CFB7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F7C3-A98B-6CE0-D07E-203892AC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58C7B-BEDD-C5AB-ED27-96CDBC3F955A}"/>
              </a:ext>
            </a:extLst>
          </p:cNvPr>
          <p:cNvSpPr txBox="1"/>
          <p:nvPr/>
        </p:nvSpPr>
        <p:spPr>
          <a:xfrm>
            <a:off x="1023582" y="1688910"/>
            <a:ext cx="21836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Reporting</a:t>
            </a:r>
            <a:endParaRPr lang="en-US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28F18-BA35-39A5-41AA-2A1FCCB77160}"/>
              </a:ext>
            </a:extLst>
          </p:cNvPr>
          <p:cNvSpPr txBox="1"/>
          <p:nvPr/>
        </p:nvSpPr>
        <p:spPr>
          <a:xfrm>
            <a:off x="1023581" y="3628029"/>
            <a:ext cx="30821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Testing</a:t>
            </a:r>
            <a:endParaRPr lang="en-US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EA9EE2-62A3-8058-351B-EC55975FC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694641"/>
              </p:ext>
            </p:extLst>
          </p:nvPr>
        </p:nvGraphicFramePr>
        <p:xfrm>
          <a:off x="1023582" y="2186599"/>
          <a:ext cx="7165112" cy="1005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82556">
                  <a:extLst>
                    <a:ext uri="{9D8B030D-6E8A-4147-A177-3AD203B41FA5}">
                      <a16:colId xmlns:a16="http://schemas.microsoft.com/office/drawing/2014/main" val="976059406"/>
                    </a:ext>
                  </a:extLst>
                </a:gridCol>
                <a:gridCol w="3582556">
                  <a:extLst>
                    <a:ext uri="{9D8B030D-6E8A-4147-A177-3AD203B41FA5}">
                      <a16:colId xmlns:a16="http://schemas.microsoft.com/office/drawing/2014/main" val="3075141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00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Governance Report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Governance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1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Platform Health Report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Health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554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7C926A-2436-AFE0-7744-9D3AA520C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390348"/>
              </p:ext>
            </p:extLst>
          </p:nvPr>
        </p:nvGraphicFramePr>
        <p:xfrm>
          <a:off x="1023582" y="3999704"/>
          <a:ext cx="7244624" cy="1341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22312">
                  <a:extLst>
                    <a:ext uri="{9D8B030D-6E8A-4147-A177-3AD203B41FA5}">
                      <a16:colId xmlns:a16="http://schemas.microsoft.com/office/drawing/2014/main" val="72104832"/>
                    </a:ext>
                  </a:extLst>
                </a:gridCol>
                <a:gridCol w="3622312">
                  <a:extLst>
                    <a:ext uri="{9D8B030D-6E8A-4147-A177-3AD203B41FA5}">
                      <a16:colId xmlns:a16="http://schemas.microsoft.com/office/drawing/2014/main" val="7063601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156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Unit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Unit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2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Integration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Dashboard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510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End-to-End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Full governance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40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524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7E40-638D-8FD3-63D1-C1360CCD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910E-8347-9766-1A03-ECBDB61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879"/>
            <a:ext cx="446509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400"/>
              <a:t>Data Aggregation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CP1–CP7 reports are ingested successfully. 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Metrics are consolidated into a unified model. </a:t>
            </a:r>
            <a:endParaRPr lang="en-US" sz="1400"/>
          </a:p>
          <a:p>
            <a:pPr>
              <a:buFont typeface="Arial"/>
              <a:buChar char="•"/>
            </a:pPr>
            <a:endParaRPr lang="en-US" sz="1400" dirty="0"/>
          </a:p>
          <a:p>
            <a:pPr marL="0" indent="0">
              <a:buNone/>
            </a:pPr>
            <a:r>
              <a:rPr lang="en-US" sz="1400"/>
              <a:t>Dashboard</a:t>
            </a:r>
            <a:endParaRPr lang="en-US" sz="3200"/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Operational dashboard available. 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Executive dashboard available. 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KPIs calculated correctly. </a:t>
            </a:r>
            <a:endParaRPr lang="en-US" sz="1400"/>
          </a:p>
          <a:p>
            <a:pPr>
              <a:buFont typeface="Arial"/>
              <a:buChar char="•"/>
            </a:pPr>
            <a:endParaRPr lang="en-US" sz="1400" dirty="0"/>
          </a:p>
          <a:p>
            <a:pPr marL="0" indent="0">
              <a:buNone/>
            </a:pPr>
            <a:r>
              <a:rPr lang="en-US" sz="1400"/>
              <a:t>Governance</a:t>
            </a:r>
            <a:endParaRPr lang="en-US" sz="3200"/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Governance reports generated. 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Platform health reports generated. 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Trend analytics available. </a:t>
            </a:r>
          </a:p>
          <a:p>
            <a:pPr indent="0">
              <a:buNone/>
            </a:pPr>
            <a:endParaRPr lang="en-US" sz="1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3DA672-2893-E8DF-C25E-B3937AB9D36A}"/>
              </a:ext>
            </a:extLst>
          </p:cNvPr>
          <p:cNvSpPr txBox="1">
            <a:spLocks/>
          </p:cNvSpPr>
          <p:nvPr/>
        </p:nvSpPr>
        <p:spPr>
          <a:xfrm>
            <a:off x="6267734" y="1739190"/>
            <a:ext cx="407840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400"/>
              <a:t>AI </a:t>
            </a:r>
            <a:r>
              <a:rPr lang="en-US" sz="1400">
                <a:ea typeface="+mn-lt"/>
                <a:cs typeface="+mn-lt"/>
              </a:rPr>
              <a:t>Insights</a:t>
            </a:r>
            <a:endParaRPr lang="en-US" sz="3200"/>
          </a:p>
          <a:p>
            <a:pPr marL="400050" indent="-171450"/>
            <a:r>
              <a:rPr lang="en-US" sz="1400"/>
              <a:t>AI-generated health summary available (optional for POC). </a:t>
            </a:r>
            <a:endParaRPr lang="en-US" sz="3200"/>
          </a:p>
          <a:p>
            <a:pPr indent="0">
              <a:buNone/>
            </a:pPr>
            <a:endParaRPr lang="en-US" sz="1400" dirty="0"/>
          </a:p>
          <a:p>
            <a:pPr indent="0">
              <a:buNone/>
            </a:pPr>
            <a:r>
              <a:rPr lang="en-US" sz="1400"/>
              <a:t>Final Acceptance</a:t>
            </a:r>
          </a:p>
          <a:p>
            <a:pPr marL="400050" indent="-171450"/>
            <a:r>
              <a:rPr lang="en-US" sz="1400"/>
              <a:t>End-to-end</a:t>
            </a:r>
            <a:r>
              <a:rPr lang="en-US" sz="1400">
                <a:ea typeface="+mn-lt"/>
                <a:cs typeface="+mn-lt"/>
              </a:rPr>
              <a:t> platform visibility available. </a:t>
            </a:r>
            <a:endParaRPr lang="en-US" sz="3200">
              <a:ea typeface="+mn-lt"/>
              <a:cs typeface="+mn-lt"/>
            </a:endParaRPr>
          </a:p>
          <a:p>
            <a:pPr marL="400050" indent="-171450"/>
            <a:r>
              <a:rPr lang="en-US" sz="1400">
                <a:ea typeface="+mn-lt"/>
                <a:cs typeface="+mn-lt"/>
              </a:rPr>
              <a:t>Leadership can view CP1–CP7 status in one place. </a:t>
            </a:r>
            <a:endParaRPr lang="en-US" sz="3200">
              <a:ea typeface="+mn-lt"/>
              <a:cs typeface="+mn-lt"/>
            </a:endParaRPr>
          </a:p>
          <a:p>
            <a:pPr marL="400050" indent="-171450"/>
            <a:r>
              <a:rPr lang="en-US" sz="1400">
                <a:ea typeface="+mn-lt"/>
                <a:cs typeface="+mn-lt"/>
              </a:rPr>
              <a:t>Operational teams can drill down into failures and quality metrics. </a:t>
            </a:r>
            <a:endParaRPr lang="en-US" sz="3200">
              <a:ea typeface="+mn-lt"/>
              <a:cs typeface="+mn-lt"/>
            </a:endParaRPr>
          </a:p>
          <a:p>
            <a:pPr marL="400050" indent="-171450"/>
            <a:r>
              <a:rPr lang="en-US" sz="1400">
                <a:ea typeface="+mn-lt"/>
                <a:cs typeface="+mn-lt"/>
              </a:rPr>
              <a:t>Governance Intelligence Dashboard successfully deployed.</a:t>
            </a:r>
            <a:endParaRPr lang="en-US" sz="3200">
              <a:ea typeface="+mn-lt"/>
              <a:cs typeface="+mn-lt"/>
            </a:endParaRPr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5288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2F7D-469F-0177-8E1D-9CBC9341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Effort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71A040-C1D5-8B5A-8FB3-16E81902C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581720"/>
              </p:ext>
            </p:extLst>
          </p:nvPr>
        </p:nvGraphicFramePr>
        <p:xfrm>
          <a:off x="839611" y="1451469"/>
          <a:ext cx="9877776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38888">
                  <a:extLst>
                    <a:ext uri="{9D8B030D-6E8A-4147-A177-3AD203B41FA5}">
                      <a16:colId xmlns:a16="http://schemas.microsoft.com/office/drawing/2014/main" val="4021971905"/>
                    </a:ext>
                  </a:extLst>
                </a:gridCol>
                <a:gridCol w="4938888">
                  <a:extLst>
                    <a:ext uri="{9D8B030D-6E8A-4147-A177-3AD203B41FA5}">
                      <a16:colId xmlns:a16="http://schemas.microsoft.com/office/drawing/2014/main" val="4138644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885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Aggregation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674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Metrics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990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93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Operational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7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Executive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184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Reporting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309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Trend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687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Outputs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2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Total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/>
                        <a:t>20 PD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907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42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Purpose</vt:lpstr>
      <vt:lpstr>Inputs</vt:lpstr>
      <vt:lpstr>Outputs</vt:lpstr>
      <vt:lpstr>High Level Flow</vt:lpstr>
      <vt:lpstr>Key Design Principle</vt:lpstr>
      <vt:lpstr>Components</vt:lpstr>
      <vt:lpstr>Data Aggregation Engine</vt:lpstr>
      <vt:lpstr>Operational Dashboard</vt:lpstr>
      <vt:lpstr>Executive Dashboard</vt:lpstr>
      <vt:lpstr>KPI Engine</vt:lpstr>
      <vt:lpstr>Trend Analytics Engine</vt:lpstr>
      <vt:lpstr>Governance Report Generator</vt:lpstr>
      <vt:lpstr>AI Insights Engine</vt:lpstr>
      <vt:lpstr>Human-in-the-Loop Conditions</vt:lpstr>
      <vt:lpstr>Work Product</vt:lpstr>
      <vt:lpstr>Integration with External Systems</vt:lpstr>
      <vt:lpstr>Implementation Task Breakdown</vt:lpstr>
      <vt:lpstr>Implementation Task Breakdown</vt:lpstr>
      <vt:lpstr>Definition of Done</vt:lpstr>
      <vt:lpstr>Estimated Effort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1362</cp:revision>
  <dcterms:created xsi:type="dcterms:W3CDTF">2026-06-15T10:11:16Z</dcterms:created>
  <dcterms:modified xsi:type="dcterms:W3CDTF">2026-06-16T14:05:36Z</dcterms:modified>
</cp:coreProperties>
</file>