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9" r:id="rId13"/>
    <p:sldId id="280" r:id="rId14"/>
    <p:sldId id="286" r:id="rId15"/>
    <p:sldId id="287" r:id="rId16"/>
    <p:sldId id="272" r:id="rId17"/>
    <p:sldId id="282" r:id="rId18"/>
    <p:sldId id="275" r:id="rId19"/>
    <p:sldId id="276" r:id="rId20"/>
    <p:sldId id="288" r:id="rId21"/>
    <p:sldId id="289" r:id="rId22"/>
    <p:sldId id="290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DD5BB-3702-705F-00FE-EB82224E2CBD}" v="521" dt="2026-06-15T11:05:20.439"/>
    <p1510:client id="{654EFC0C-31E0-4E13-3850-21381BBF1D5A}" v="406" dt="2026-06-16T08:00:43.966"/>
    <p1510:client id="{6B24E2F4-B2DA-36C3-1AEA-8C5007D46469}" v="477" dt="2026-06-15T16:47:01.232"/>
    <p1510:client id="{CE08FBFC-257D-8867-7FB5-46FAAF0FE86F}" v="636" dt="2026-06-15T11:16:39.331"/>
    <p1510:client id="{E6DE46B0-39C9-479E-FEB7-AB4BD6A69DF4}" v="1" dt="2026-06-15T14:18:27.756"/>
    <p1510:client id="{EB684B03-C2C4-CC91-30E4-18345DF5B0F3}" v="426" dt="2026-06-16T07:19:39.039"/>
    <p1510:client id="{F33BE205-CA1D-E9E6-2DA5-F334D0575B1E}" v="710" dt="2026-06-16T12:24:39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 V." userId="S::sarath.v@nestgroup.net::11759a50-5485-4f58-ac09-6b79d4ba9e0d" providerId="AD" clId="Web-{F33BE205-CA1D-E9E6-2DA5-F334D0575B1E}"/>
    <pc:docChg chg="addSld delSld modSld">
      <pc:chgData name="Sarath V." userId="S::sarath.v@nestgroup.net::11759a50-5485-4f58-ac09-6b79d4ba9e0d" providerId="AD" clId="Web-{F33BE205-CA1D-E9E6-2DA5-F334D0575B1E}" dt="2026-06-16T12:24:39.276" v="713"/>
      <pc:docMkLst>
        <pc:docMk/>
      </pc:docMkLst>
      <pc:sldChg chg="modSp">
        <pc:chgData name="Sarath V." userId="S::sarath.v@nestgroup.net::11759a50-5485-4f58-ac09-6b79d4ba9e0d" providerId="AD" clId="Web-{F33BE205-CA1D-E9E6-2DA5-F334D0575B1E}" dt="2026-06-16T09:06:12.737" v="6" actId="20577"/>
        <pc:sldMkLst>
          <pc:docMk/>
          <pc:sldMk cId="2586860553" sldId="257"/>
        </pc:sldMkLst>
        <pc:spChg chg="mod">
          <ac:chgData name="Sarath V." userId="S::sarath.v@nestgroup.net::11759a50-5485-4f58-ac09-6b79d4ba9e0d" providerId="AD" clId="Web-{F33BE205-CA1D-E9E6-2DA5-F334D0575B1E}" dt="2026-06-16T09:06:12.737" v="6" actId="20577"/>
          <ac:spMkLst>
            <pc:docMk/>
            <pc:sldMk cId="2586860553" sldId="257"/>
            <ac:spMk id="3" creationId="{211748B5-8CB3-10CE-6C8F-1767A485FEF0}"/>
          </ac:spMkLst>
        </pc:spChg>
      </pc:sldChg>
      <pc:sldChg chg="modSp">
        <pc:chgData name="Sarath V." userId="S::sarath.v@nestgroup.net::11759a50-5485-4f58-ac09-6b79d4ba9e0d" providerId="AD" clId="Web-{F33BE205-CA1D-E9E6-2DA5-F334D0575B1E}" dt="2026-06-16T09:07:05.160" v="15" actId="20577"/>
        <pc:sldMkLst>
          <pc:docMk/>
          <pc:sldMk cId="1322801298" sldId="258"/>
        </pc:sldMkLst>
        <pc:spChg chg="mod">
          <ac:chgData name="Sarath V." userId="S::sarath.v@nestgroup.net::11759a50-5485-4f58-ac09-6b79d4ba9e0d" providerId="AD" clId="Web-{F33BE205-CA1D-E9E6-2DA5-F334D0575B1E}" dt="2026-06-16T09:07:05.160" v="15" actId="20577"/>
          <ac:spMkLst>
            <pc:docMk/>
            <pc:sldMk cId="1322801298" sldId="258"/>
            <ac:spMk id="3" creationId="{6E50B232-6C5A-1B23-AA17-4D30A01914E8}"/>
          </ac:spMkLst>
        </pc:spChg>
      </pc:sldChg>
      <pc:sldChg chg="addSp modSp">
        <pc:chgData name="Sarath V." userId="S::sarath.v@nestgroup.net::11759a50-5485-4f58-ac09-6b79d4ba9e0d" providerId="AD" clId="Web-{F33BE205-CA1D-E9E6-2DA5-F334D0575B1E}" dt="2026-06-16T09:12:02.664" v="50" actId="20577"/>
        <pc:sldMkLst>
          <pc:docMk/>
          <pc:sldMk cId="2899444663" sldId="259"/>
        </pc:sldMkLst>
        <pc:spChg chg="mod">
          <ac:chgData name="Sarath V." userId="S::sarath.v@nestgroup.net::11759a50-5485-4f58-ac09-6b79d4ba9e0d" providerId="AD" clId="Web-{F33BE205-CA1D-E9E6-2DA5-F334D0575B1E}" dt="2026-06-16T09:10:35.460" v="37" actId="20577"/>
          <ac:spMkLst>
            <pc:docMk/>
            <pc:sldMk cId="2899444663" sldId="259"/>
            <ac:spMk id="3" creationId="{ABBBFFA7-2192-9287-425C-5BCE1BCB7682}"/>
          </ac:spMkLst>
        </pc:spChg>
        <pc:spChg chg="add mod">
          <ac:chgData name="Sarath V." userId="S::sarath.v@nestgroup.net::11759a50-5485-4f58-ac09-6b79d4ba9e0d" providerId="AD" clId="Web-{F33BE205-CA1D-E9E6-2DA5-F334D0575B1E}" dt="2026-06-16T09:12:02.664" v="50" actId="20577"/>
          <ac:spMkLst>
            <pc:docMk/>
            <pc:sldMk cId="2899444663" sldId="259"/>
            <ac:spMk id="5" creationId="{B8891951-B4CD-178A-9CB8-1A20CE33F46F}"/>
          </ac:spMkLst>
        </pc:spChg>
      </pc:sldChg>
      <pc:sldChg chg="addSp modSp">
        <pc:chgData name="Sarath V." userId="S::sarath.v@nestgroup.net::11759a50-5485-4f58-ac09-6b79d4ba9e0d" providerId="AD" clId="Web-{F33BE205-CA1D-E9E6-2DA5-F334D0575B1E}" dt="2026-06-16T11:36:11.628" v="188" actId="1076"/>
        <pc:sldMkLst>
          <pc:docMk/>
          <pc:sldMk cId="2592136649" sldId="260"/>
        </pc:sldMkLst>
        <pc:spChg chg="mod">
          <ac:chgData name="Sarath V." userId="S::sarath.v@nestgroup.net::11759a50-5485-4f58-ac09-6b79d4ba9e0d" providerId="AD" clId="Web-{F33BE205-CA1D-E9E6-2DA5-F334D0575B1E}" dt="2026-06-16T11:36:11.628" v="188" actId="1076"/>
          <ac:spMkLst>
            <pc:docMk/>
            <pc:sldMk cId="2592136649" sldId="260"/>
            <ac:spMk id="3" creationId="{E8BBC3BD-2B0C-3054-1A72-F2741BB98F91}"/>
          </ac:spMkLst>
        </pc:spChg>
        <pc:spChg chg="mod">
          <ac:chgData name="Sarath V." userId="S::sarath.v@nestgroup.net::11759a50-5485-4f58-ac09-6b79d4ba9e0d" providerId="AD" clId="Web-{F33BE205-CA1D-E9E6-2DA5-F334D0575B1E}" dt="2026-06-16T11:33:41.376" v="173" actId="20577"/>
          <ac:spMkLst>
            <pc:docMk/>
            <pc:sldMk cId="2592136649" sldId="260"/>
            <ac:spMk id="4" creationId="{8D6CA17B-9764-1CF7-1830-8F1586DBEE65}"/>
          </ac:spMkLst>
        </pc:spChg>
        <pc:spChg chg="mod">
          <ac:chgData name="Sarath V." userId="S::sarath.v@nestgroup.net::11759a50-5485-4f58-ac09-6b79d4ba9e0d" providerId="AD" clId="Web-{F33BE205-CA1D-E9E6-2DA5-F334D0575B1E}" dt="2026-06-16T11:33:50.219" v="174" actId="20577"/>
          <ac:spMkLst>
            <pc:docMk/>
            <pc:sldMk cId="2592136649" sldId="260"/>
            <ac:spMk id="5" creationId="{507C99C8-A486-0439-8F0A-458B6CAC11EB}"/>
          </ac:spMkLst>
        </pc:spChg>
        <pc:spChg chg="mod">
          <ac:chgData name="Sarath V." userId="S::sarath.v@nestgroup.net::11759a50-5485-4f58-ac09-6b79d4ba9e0d" providerId="AD" clId="Web-{F33BE205-CA1D-E9E6-2DA5-F334D0575B1E}" dt="2026-06-16T11:35:48.143" v="184" actId="14100"/>
          <ac:spMkLst>
            <pc:docMk/>
            <pc:sldMk cId="2592136649" sldId="260"/>
            <ac:spMk id="6" creationId="{6B67A3CF-CB53-8DAB-5B8D-C125F44A8F03}"/>
          </ac:spMkLst>
        </pc:spChg>
        <pc:spChg chg="mod">
          <ac:chgData name="Sarath V." userId="S::sarath.v@nestgroup.net::11759a50-5485-4f58-ac09-6b79d4ba9e0d" providerId="AD" clId="Web-{F33BE205-CA1D-E9E6-2DA5-F334D0575B1E}" dt="2026-06-16T11:35:52.018" v="185" actId="14100"/>
          <ac:spMkLst>
            <pc:docMk/>
            <pc:sldMk cId="2592136649" sldId="260"/>
            <ac:spMk id="7" creationId="{0D1882DD-5574-569C-D91B-7E9C8FA8579A}"/>
          </ac:spMkLst>
        </pc:spChg>
        <pc:spChg chg="mod">
          <ac:chgData name="Sarath V." userId="S::sarath.v@nestgroup.net::11759a50-5485-4f58-ac09-6b79d4ba9e0d" providerId="AD" clId="Web-{F33BE205-CA1D-E9E6-2DA5-F334D0575B1E}" dt="2026-06-16T11:35:57.909" v="186" actId="14100"/>
          <ac:spMkLst>
            <pc:docMk/>
            <pc:sldMk cId="2592136649" sldId="260"/>
            <ac:spMk id="8" creationId="{057F2221-6128-67EA-3E30-7E13BBB092D1}"/>
          </ac:spMkLst>
        </pc:spChg>
        <pc:spChg chg="add mod">
          <ac:chgData name="Sarath V." userId="S::sarath.v@nestgroup.net::11759a50-5485-4f58-ac09-6b79d4ba9e0d" providerId="AD" clId="Web-{F33BE205-CA1D-E9E6-2DA5-F334D0575B1E}" dt="2026-06-16T11:33:15.078" v="170" actId="20577"/>
          <ac:spMkLst>
            <pc:docMk/>
            <pc:sldMk cId="2592136649" sldId="260"/>
            <ac:spMk id="9" creationId="{C105A878-8729-F69D-6E5D-6D311BD05F2E}"/>
          </ac:spMkLst>
        </pc:spChg>
        <pc:spChg chg="add mod">
          <ac:chgData name="Sarath V." userId="S::sarath.v@nestgroup.net::11759a50-5485-4f58-ac09-6b79d4ba9e0d" providerId="AD" clId="Web-{F33BE205-CA1D-E9E6-2DA5-F334D0575B1E}" dt="2026-06-16T11:33:28.063" v="171" actId="20577"/>
          <ac:spMkLst>
            <pc:docMk/>
            <pc:sldMk cId="2592136649" sldId="260"/>
            <ac:spMk id="10" creationId="{60CCADBF-4D04-B735-9BC2-36CCB773D10C}"/>
          </ac:spMkLst>
        </pc:spChg>
        <pc:spChg chg="add mod">
          <ac:chgData name="Sarath V." userId="S::sarath.v@nestgroup.net::11759a50-5485-4f58-ac09-6b79d4ba9e0d" providerId="AD" clId="Web-{F33BE205-CA1D-E9E6-2DA5-F334D0575B1E}" dt="2026-06-16T11:35:40.706" v="182" actId="20577"/>
          <ac:spMkLst>
            <pc:docMk/>
            <pc:sldMk cId="2592136649" sldId="260"/>
            <ac:spMk id="11" creationId="{85FB3080-17D9-353F-204C-6D99B82AB142}"/>
          </ac:spMkLst>
        </pc:spChg>
        <pc:spChg chg="mod">
          <ac:chgData name="Sarath V." userId="S::sarath.v@nestgroup.net::11759a50-5485-4f58-ac09-6b79d4ba9e0d" providerId="AD" clId="Web-{F33BE205-CA1D-E9E6-2DA5-F334D0575B1E}" dt="2026-06-16T11:35:18.362" v="180" actId="20577"/>
          <ac:spMkLst>
            <pc:docMk/>
            <pc:sldMk cId="2592136649" sldId="260"/>
            <ac:spMk id="12" creationId="{5B199168-7D25-279D-8ADA-E06BFE653BFC}"/>
          </ac:spMkLst>
        </pc:spChg>
        <pc:spChg chg="mod">
          <ac:chgData name="Sarath V." userId="S::sarath.v@nestgroup.net::11759a50-5485-4f58-ac09-6b79d4ba9e0d" providerId="AD" clId="Web-{F33BE205-CA1D-E9E6-2DA5-F334D0575B1E}" dt="2026-06-16T11:34:57.736" v="179" actId="20577"/>
          <ac:spMkLst>
            <pc:docMk/>
            <pc:sldMk cId="2592136649" sldId="260"/>
            <ac:spMk id="13" creationId="{95361FFD-8D98-47EB-0F74-E6F510DB1593}"/>
          </ac:spMkLst>
        </pc:spChg>
        <pc:spChg chg="mod">
          <ac:chgData name="Sarath V." userId="S::sarath.v@nestgroup.net::11759a50-5485-4f58-ac09-6b79d4ba9e0d" providerId="AD" clId="Web-{F33BE205-CA1D-E9E6-2DA5-F334D0575B1E}" dt="2026-06-16T11:33:03.812" v="156" actId="1076"/>
          <ac:spMkLst>
            <pc:docMk/>
            <pc:sldMk cId="2592136649" sldId="260"/>
            <ac:spMk id="14" creationId="{6488F765-FE18-388A-CC22-C00B76A7F65D}"/>
          </ac:spMkLst>
        </pc:spChg>
        <pc:spChg chg="add mod">
          <ac:chgData name="Sarath V." userId="S::sarath.v@nestgroup.net::11759a50-5485-4f58-ac09-6b79d4ba9e0d" providerId="AD" clId="Web-{F33BE205-CA1D-E9E6-2DA5-F334D0575B1E}" dt="2026-06-16T11:35:26.268" v="181" actId="20577"/>
          <ac:spMkLst>
            <pc:docMk/>
            <pc:sldMk cId="2592136649" sldId="260"/>
            <ac:spMk id="15" creationId="{1449A073-C727-A028-7AB5-DC8C07654810}"/>
          </ac:spMkLst>
        </pc:spChg>
        <pc:spChg chg="mod">
          <ac:chgData name="Sarath V." userId="S::sarath.v@nestgroup.net::11759a50-5485-4f58-ac09-6b79d4ba9e0d" providerId="AD" clId="Web-{F33BE205-CA1D-E9E6-2DA5-F334D0575B1E}" dt="2026-06-16T11:33:03.828" v="157" actId="1076"/>
          <ac:spMkLst>
            <pc:docMk/>
            <pc:sldMk cId="2592136649" sldId="260"/>
            <ac:spMk id="16" creationId="{689FED06-0611-9B4D-03EE-A6CC7BCCFBC1}"/>
          </ac:spMkLst>
        </pc:spChg>
        <pc:spChg chg="add mod">
          <ac:chgData name="Sarath V." userId="S::sarath.v@nestgroup.net::11759a50-5485-4f58-ac09-6b79d4ba9e0d" providerId="AD" clId="Web-{F33BE205-CA1D-E9E6-2DA5-F334D0575B1E}" dt="2026-06-16T11:33:03.906" v="166" actId="1076"/>
          <ac:spMkLst>
            <pc:docMk/>
            <pc:sldMk cId="2592136649" sldId="260"/>
            <ac:spMk id="17" creationId="{644CB6C4-196D-2343-99E5-FD5DE9CC3F81}"/>
          </ac:spMkLst>
        </pc:spChg>
        <pc:spChg chg="mod">
          <ac:chgData name="Sarath V." userId="S::sarath.v@nestgroup.net::11759a50-5485-4f58-ac09-6b79d4ba9e0d" providerId="AD" clId="Web-{F33BE205-CA1D-E9E6-2DA5-F334D0575B1E}" dt="2026-06-16T11:36:04.612" v="187" actId="1076"/>
          <ac:spMkLst>
            <pc:docMk/>
            <pc:sldMk cId="2592136649" sldId="260"/>
            <ac:spMk id="18" creationId="{23386491-EF98-5308-B55D-974E6E1CFBE7}"/>
          </ac:spMkLst>
        </pc:spChg>
        <pc:spChg chg="add mod">
          <ac:chgData name="Sarath V." userId="S::sarath.v@nestgroup.net::11759a50-5485-4f58-ac09-6b79d4ba9e0d" providerId="AD" clId="Web-{F33BE205-CA1D-E9E6-2DA5-F334D0575B1E}" dt="2026-06-16T11:33:03.906" v="167" actId="1076"/>
          <ac:spMkLst>
            <pc:docMk/>
            <pc:sldMk cId="2592136649" sldId="260"/>
            <ac:spMk id="19" creationId="{3B82A71F-9FAA-5B0A-7E7A-C8FF3C8D1940}"/>
          </ac:spMkLst>
        </pc:spChg>
        <pc:spChg chg="mod">
          <ac:chgData name="Sarath V." userId="S::sarath.v@nestgroup.net::11759a50-5485-4f58-ac09-6b79d4ba9e0d" providerId="AD" clId="Web-{F33BE205-CA1D-E9E6-2DA5-F334D0575B1E}" dt="2026-06-16T11:33:03.844" v="159" actId="1076"/>
          <ac:spMkLst>
            <pc:docMk/>
            <pc:sldMk cId="2592136649" sldId="260"/>
            <ac:spMk id="20" creationId="{BA78D0E7-6E7C-E398-4D1B-ADFFF5058407}"/>
          </ac:spMkLst>
        </pc:spChg>
        <pc:spChg chg="mod">
          <ac:chgData name="Sarath V." userId="S::sarath.v@nestgroup.net::11759a50-5485-4f58-ac09-6b79d4ba9e0d" providerId="AD" clId="Web-{F33BE205-CA1D-E9E6-2DA5-F334D0575B1E}" dt="2026-06-16T11:33:03.859" v="160" actId="1076"/>
          <ac:spMkLst>
            <pc:docMk/>
            <pc:sldMk cId="2592136649" sldId="260"/>
            <ac:spMk id="21" creationId="{CE970E82-0366-7BA0-5B3B-7EB65F3EB529}"/>
          </ac:spMkLst>
        </pc:spChg>
        <pc:spChg chg="add mod">
          <ac:chgData name="Sarath V." userId="S::sarath.v@nestgroup.net::11759a50-5485-4f58-ac09-6b79d4ba9e0d" providerId="AD" clId="Web-{F33BE205-CA1D-E9E6-2DA5-F334D0575B1E}" dt="2026-06-16T11:33:03.922" v="168" actId="1076"/>
          <ac:spMkLst>
            <pc:docMk/>
            <pc:sldMk cId="2592136649" sldId="260"/>
            <ac:spMk id="22" creationId="{381F8D9C-EC84-89A3-4DFA-5316D448549F}"/>
          </ac:spMkLst>
        </pc:spChg>
        <pc:spChg chg="add mod">
          <ac:chgData name="Sarath V." userId="S::sarath.v@nestgroup.net::11759a50-5485-4f58-ac09-6b79d4ba9e0d" providerId="AD" clId="Web-{F33BE205-CA1D-E9E6-2DA5-F334D0575B1E}" dt="2026-06-16T11:33:03.922" v="169" actId="1076"/>
          <ac:spMkLst>
            <pc:docMk/>
            <pc:sldMk cId="2592136649" sldId="260"/>
            <ac:spMk id="23" creationId="{2AFAD697-3E7D-B284-BDA0-8A02E4FBF12E}"/>
          </ac:spMkLst>
        </pc:spChg>
      </pc:sldChg>
      <pc:sldChg chg="addSp modSp">
        <pc:chgData name="Sarath V." userId="S::sarath.v@nestgroup.net::11759a50-5485-4f58-ac09-6b79d4ba9e0d" providerId="AD" clId="Web-{F33BE205-CA1D-E9E6-2DA5-F334D0575B1E}" dt="2026-06-16T11:42:52.012" v="272" actId="20577"/>
        <pc:sldMkLst>
          <pc:docMk/>
          <pc:sldMk cId="2483865992" sldId="261"/>
        </pc:sldMkLst>
        <pc:spChg chg="mod">
          <ac:chgData name="Sarath V." userId="S::sarath.v@nestgroup.net::11759a50-5485-4f58-ac09-6b79d4ba9e0d" providerId="AD" clId="Web-{F33BE205-CA1D-E9E6-2DA5-F334D0575B1E}" dt="2026-06-16T11:37:28.333" v="201" actId="20577"/>
          <ac:spMkLst>
            <pc:docMk/>
            <pc:sldMk cId="2483865992" sldId="261"/>
            <ac:spMk id="3" creationId="{9BAE228B-D27A-2C80-036D-611D2886614D}"/>
          </ac:spMkLst>
        </pc:spChg>
        <pc:spChg chg="add mod">
          <ac:chgData name="Sarath V." userId="S::sarath.v@nestgroup.net::11759a50-5485-4f58-ac09-6b79d4ba9e0d" providerId="AD" clId="Web-{F33BE205-CA1D-E9E6-2DA5-F334D0575B1E}" dt="2026-06-16T11:39:38.179" v="238" actId="20577"/>
          <ac:spMkLst>
            <pc:docMk/>
            <pc:sldMk cId="2483865992" sldId="261"/>
            <ac:spMk id="5" creationId="{45460B37-FD08-CFD6-78BA-F8FF8D358525}"/>
          </ac:spMkLst>
        </pc:spChg>
        <pc:spChg chg="add mod">
          <ac:chgData name="Sarath V." userId="S::sarath.v@nestgroup.net::11759a50-5485-4f58-ac09-6b79d4ba9e0d" providerId="AD" clId="Web-{F33BE205-CA1D-E9E6-2DA5-F334D0575B1E}" dt="2026-06-16T11:39:44.023" v="240" actId="20577"/>
          <ac:spMkLst>
            <pc:docMk/>
            <pc:sldMk cId="2483865992" sldId="261"/>
            <ac:spMk id="7" creationId="{16F6E803-4809-9C30-8A23-01396ACFE57C}"/>
          </ac:spMkLst>
        </pc:spChg>
        <pc:spChg chg="add mod">
          <ac:chgData name="Sarath V." userId="S::sarath.v@nestgroup.net::11759a50-5485-4f58-ac09-6b79d4ba9e0d" providerId="AD" clId="Web-{F33BE205-CA1D-E9E6-2DA5-F334D0575B1E}" dt="2026-06-16T11:37:43.083" v="207" actId="1076"/>
          <ac:spMkLst>
            <pc:docMk/>
            <pc:sldMk cId="2483865992" sldId="261"/>
            <ac:spMk id="9" creationId="{48C97961-9CF2-B3A1-996E-28363716B8D5}"/>
          </ac:spMkLst>
        </pc:spChg>
        <pc:spChg chg="add mod">
          <ac:chgData name="Sarath V." userId="S::sarath.v@nestgroup.net::11759a50-5485-4f58-ac09-6b79d4ba9e0d" providerId="AD" clId="Web-{F33BE205-CA1D-E9E6-2DA5-F334D0575B1E}" dt="2026-06-16T11:39:52.617" v="241" actId="20577"/>
          <ac:spMkLst>
            <pc:docMk/>
            <pc:sldMk cId="2483865992" sldId="261"/>
            <ac:spMk id="10" creationId="{315506CF-AC2D-0436-F7E6-2CFC131BD3B5}"/>
          </ac:spMkLst>
        </pc:spChg>
        <pc:spChg chg="add mod">
          <ac:chgData name="Sarath V." userId="S::sarath.v@nestgroup.net::11759a50-5485-4f58-ac09-6b79d4ba9e0d" providerId="AD" clId="Web-{F33BE205-CA1D-E9E6-2DA5-F334D0575B1E}" dt="2026-06-16T11:41:47.135" v="246" actId="14100"/>
          <ac:spMkLst>
            <pc:docMk/>
            <pc:sldMk cId="2483865992" sldId="261"/>
            <ac:spMk id="11" creationId="{AA7F64F0-44E1-D146-779F-CB8F04EE4B4F}"/>
          </ac:spMkLst>
        </pc:spChg>
        <pc:spChg chg="add mod">
          <ac:chgData name="Sarath V." userId="S::sarath.v@nestgroup.net::11759a50-5485-4f58-ac09-6b79d4ba9e0d" providerId="AD" clId="Web-{F33BE205-CA1D-E9E6-2DA5-F334D0575B1E}" dt="2026-06-16T11:38:06.365" v="213" actId="1076"/>
          <ac:spMkLst>
            <pc:docMk/>
            <pc:sldMk cId="2483865992" sldId="261"/>
            <ac:spMk id="12" creationId="{9DDE4B56-E20A-15D1-F7ED-DE4B7E9D4D2F}"/>
          </ac:spMkLst>
        </pc:spChg>
        <pc:spChg chg="add mod">
          <ac:chgData name="Sarath V." userId="S::sarath.v@nestgroup.net::11759a50-5485-4f58-ac09-6b79d4ba9e0d" providerId="AD" clId="Web-{F33BE205-CA1D-E9E6-2DA5-F334D0575B1E}" dt="2026-06-16T11:38:17.896" v="215" actId="1076"/>
          <ac:spMkLst>
            <pc:docMk/>
            <pc:sldMk cId="2483865992" sldId="261"/>
            <ac:spMk id="13" creationId="{F99C76D2-D097-C471-C402-741C2CF2A36A}"/>
          </ac:spMkLst>
        </pc:spChg>
        <pc:spChg chg="add mod">
          <ac:chgData name="Sarath V." userId="S::sarath.v@nestgroup.net::11759a50-5485-4f58-ac09-6b79d4ba9e0d" providerId="AD" clId="Web-{F33BE205-CA1D-E9E6-2DA5-F334D0575B1E}" dt="2026-06-16T11:42:52.012" v="272" actId="20577"/>
          <ac:spMkLst>
            <pc:docMk/>
            <pc:sldMk cId="2483865992" sldId="261"/>
            <ac:spMk id="14" creationId="{FE37668E-A48D-3F9F-7D81-5C955834B99D}"/>
          </ac:spMkLst>
        </pc:spChg>
        <pc:spChg chg="add mod">
          <ac:chgData name="Sarath V." userId="S::sarath.v@nestgroup.net::11759a50-5485-4f58-ac09-6b79d4ba9e0d" providerId="AD" clId="Web-{F33BE205-CA1D-E9E6-2DA5-F334D0575B1E}" dt="2026-06-16T11:42:31.886" v="259" actId="20577"/>
          <ac:spMkLst>
            <pc:docMk/>
            <pc:sldMk cId="2483865992" sldId="261"/>
            <ac:spMk id="15" creationId="{E528B292-4905-B4BE-4A10-14F98CAEC9DC}"/>
          </ac:spMkLst>
        </pc:spChg>
        <pc:spChg chg="add mod">
          <ac:chgData name="Sarath V." userId="S::sarath.v@nestgroup.net::11759a50-5485-4f58-ac09-6b79d4ba9e0d" providerId="AD" clId="Web-{F33BE205-CA1D-E9E6-2DA5-F334D0575B1E}" dt="2026-06-16T11:38:38.506" v="230" actId="688"/>
          <ac:spMkLst>
            <pc:docMk/>
            <pc:sldMk cId="2483865992" sldId="261"/>
            <ac:spMk id="16" creationId="{FEA195A9-863A-B2BB-7921-EDA6D996A792}"/>
          </ac:spMkLst>
        </pc:spChg>
        <pc:spChg chg="add mod">
          <ac:chgData name="Sarath V." userId="S::sarath.v@nestgroup.net::11759a50-5485-4f58-ac09-6b79d4ba9e0d" providerId="AD" clId="Web-{F33BE205-CA1D-E9E6-2DA5-F334D0575B1E}" dt="2026-06-16T11:42:19.292" v="255" actId="20577"/>
          <ac:spMkLst>
            <pc:docMk/>
            <pc:sldMk cId="2483865992" sldId="261"/>
            <ac:spMk id="17" creationId="{6AC68EAF-5BA3-AD42-BE09-2398DF144660}"/>
          </ac:spMkLst>
        </pc:spChg>
        <pc:spChg chg="add mod">
          <ac:chgData name="Sarath V." userId="S::sarath.v@nestgroup.net::11759a50-5485-4f58-ac09-6b79d4ba9e0d" providerId="AD" clId="Web-{F33BE205-CA1D-E9E6-2DA5-F334D0575B1E}" dt="2026-06-16T11:42:13.433" v="251" actId="20577"/>
          <ac:spMkLst>
            <pc:docMk/>
            <pc:sldMk cId="2483865992" sldId="261"/>
            <ac:spMk id="18" creationId="{06434641-0669-92CE-D372-E09A14020F52}"/>
          </ac:spMkLst>
        </pc:spChg>
        <pc:spChg chg="add mod">
          <ac:chgData name="Sarath V." userId="S::sarath.v@nestgroup.net::11759a50-5485-4f58-ac09-6b79d4ba9e0d" providerId="AD" clId="Web-{F33BE205-CA1D-E9E6-2DA5-F334D0575B1E}" dt="2026-06-16T11:38:54.037" v="232" actId="688"/>
          <ac:spMkLst>
            <pc:docMk/>
            <pc:sldMk cId="2483865992" sldId="261"/>
            <ac:spMk id="19" creationId="{1C0B384A-487B-A697-3B7E-0AD60F806BD6}"/>
          </ac:spMkLst>
        </pc:spChg>
        <pc:spChg chg="add mod">
          <ac:chgData name="Sarath V." userId="S::sarath.v@nestgroup.net::11759a50-5485-4f58-ac09-6b79d4ba9e0d" providerId="AD" clId="Web-{F33BE205-CA1D-E9E6-2DA5-F334D0575B1E}" dt="2026-06-16T11:38:47.631" v="231" actId="688"/>
          <ac:spMkLst>
            <pc:docMk/>
            <pc:sldMk cId="2483865992" sldId="261"/>
            <ac:spMk id="20" creationId="{88FB9BD1-0AB8-EAF8-43C6-DE9BF7E602D0}"/>
          </ac:spMkLst>
        </pc:spChg>
        <pc:spChg chg="add mod">
          <ac:chgData name="Sarath V." userId="S::sarath.v@nestgroup.net::11759a50-5485-4f58-ac09-6b79d4ba9e0d" providerId="AD" clId="Web-{F33BE205-CA1D-E9E6-2DA5-F334D0575B1E}" dt="2026-06-16T11:39:14.194" v="237" actId="14100"/>
          <ac:spMkLst>
            <pc:docMk/>
            <pc:sldMk cId="2483865992" sldId="261"/>
            <ac:spMk id="21" creationId="{683DDBBC-68AA-AEF6-0DCC-C70AE7FBA984}"/>
          </ac:spMkLst>
        </pc:spChg>
      </pc:sldChg>
      <pc:sldChg chg="addSp delSp modSp">
        <pc:chgData name="Sarath V." userId="S::sarath.v@nestgroup.net::11759a50-5485-4f58-ac09-6b79d4ba9e0d" providerId="AD" clId="Web-{F33BE205-CA1D-E9E6-2DA5-F334D0575B1E}" dt="2026-06-16T11:43:12.137" v="274"/>
        <pc:sldMkLst>
          <pc:docMk/>
          <pc:sldMk cId="1095280568" sldId="262"/>
        </pc:sldMkLst>
        <pc:spChg chg="add del mod">
          <ac:chgData name="Sarath V." userId="S::sarath.v@nestgroup.net::11759a50-5485-4f58-ac09-6b79d4ba9e0d" providerId="AD" clId="Web-{F33BE205-CA1D-E9E6-2DA5-F334D0575B1E}" dt="2026-06-16T11:43:12.137" v="274"/>
          <ac:spMkLst>
            <pc:docMk/>
            <pc:sldMk cId="1095280568" sldId="262"/>
            <ac:spMk id="4" creationId="{1E28449C-07D4-0D74-C6B0-5450C9137E90}"/>
          </ac:spMkLst>
        </pc:spChg>
        <pc:graphicFrameChg chg="add mod ord modGraphic">
          <ac:chgData name="Sarath V." userId="S::sarath.v@nestgroup.net::11759a50-5485-4f58-ac09-6b79d4ba9e0d" providerId="AD" clId="Web-{F33BE205-CA1D-E9E6-2DA5-F334D0575B1E}" dt="2026-06-16T11:43:12.137" v="274"/>
          <ac:graphicFrameMkLst>
            <pc:docMk/>
            <pc:sldMk cId="1095280568" sldId="262"/>
            <ac:graphicFrameMk id="6" creationId="{B33F2E09-7DF2-0958-B0E8-8A9034015D0B}"/>
          </ac:graphicFrameMkLst>
        </pc:graphicFrameChg>
        <pc:graphicFrameChg chg="del">
          <ac:chgData name="Sarath V." userId="S::sarath.v@nestgroup.net::11759a50-5485-4f58-ac09-6b79d4ba9e0d" providerId="AD" clId="Web-{F33BE205-CA1D-E9E6-2DA5-F334D0575B1E}" dt="2026-06-16T11:43:11.293" v="273"/>
          <ac:graphicFrameMkLst>
            <pc:docMk/>
            <pc:sldMk cId="1095280568" sldId="262"/>
            <ac:graphicFrameMk id="7" creationId="{8B6B5687-E836-374D-6CAB-1DF8DCE0EE20}"/>
          </ac:graphicFrameMkLst>
        </pc:graphicFrameChg>
      </pc:sldChg>
      <pc:sldChg chg="addSp delSp modSp">
        <pc:chgData name="Sarath V." userId="S::sarath.v@nestgroup.net::11759a50-5485-4f58-ac09-6b79d4ba9e0d" providerId="AD" clId="Web-{F33BE205-CA1D-E9E6-2DA5-F334D0575B1E}" dt="2026-06-16T11:44:54.467" v="282" actId="1076"/>
        <pc:sldMkLst>
          <pc:docMk/>
          <pc:sldMk cId="4177215481" sldId="263"/>
        </pc:sldMkLst>
        <pc:spChg chg="mod">
          <ac:chgData name="Sarath V." userId="S::sarath.v@nestgroup.net::11759a50-5485-4f58-ac09-6b79d4ba9e0d" providerId="AD" clId="Web-{F33BE205-CA1D-E9E6-2DA5-F334D0575B1E}" dt="2026-06-16T11:43:51.466" v="277" actId="20577"/>
          <ac:spMkLst>
            <pc:docMk/>
            <pc:sldMk cId="4177215481" sldId="263"/>
            <ac:spMk id="2" creationId="{65DB7971-1E7C-6131-EB60-1E742F183BC5}"/>
          </ac:spMkLst>
        </pc:spChg>
        <pc:spChg chg="del">
          <ac:chgData name="Sarath V." userId="S::sarath.v@nestgroup.net::11759a50-5485-4f58-ac09-6b79d4ba9e0d" providerId="AD" clId="Web-{F33BE205-CA1D-E9E6-2DA5-F334D0575B1E}" dt="2026-06-16T11:44:33.826" v="278"/>
          <ac:spMkLst>
            <pc:docMk/>
            <pc:sldMk cId="4177215481" sldId="263"/>
            <ac:spMk id="3" creationId="{BEFDCFDA-7EE2-55CD-7FA9-4B90E385B410}"/>
          </ac:spMkLst>
        </pc:spChg>
        <pc:spChg chg="del">
          <ac:chgData name="Sarath V." userId="S::sarath.v@nestgroup.net::11759a50-5485-4f58-ac09-6b79d4ba9e0d" providerId="AD" clId="Web-{F33BE205-CA1D-E9E6-2DA5-F334D0575B1E}" dt="2026-06-16T11:44:43.998" v="280"/>
          <ac:spMkLst>
            <pc:docMk/>
            <pc:sldMk cId="4177215481" sldId="263"/>
            <ac:spMk id="5" creationId="{13C6EF92-705F-1882-0520-600749209D98}"/>
          </ac:spMkLst>
        </pc:spChg>
        <pc:spChg chg="add del mod">
          <ac:chgData name="Sarath V." userId="S::sarath.v@nestgroup.net::11759a50-5485-4f58-ac09-6b79d4ba9e0d" providerId="AD" clId="Web-{F33BE205-CA1D-E9E6-2DA5-F334D0575B1E}" dt="2026-06-16T11:44:41.545" v="279"/>
          <ac:spMkLst>
            <pc:docMk/>
            <pc:sldMk cId="4177215481" sldId="263"/>
            <ac:spMk id="6" creationId="{B22F7083-C7E9-11A8-5C84-7B099D825113}"/>
          </ac:spMkLst>
        </pc:spChg>
        <pc:graphicFrameChg chg="add mod">
          <ac:chgData name="Sarath V." userId="S::sarath.v@nestgroup.net::11759a50-5485-4f58-ac09-6b79d4ba9e0d" providerId="AD" clId="Web-{F33BE205-CA1D-E9E6-2DA5-F334D0575B1E}" dt="2026-06-16T11:44:54.467" v="282" actId="1076"/>
          <ac:graphicFrameMkLst>
            <pc:docMk/>
            <pc:sldMk cId="4177215481" sldId="263"/>
            <ac:graphicFrameMk id="8" creationId="{064DFD41-64DF-A22A-E6D5-4FBF1CDE5CD0}"/>
          </ac:graphicFrameMkLst>
        </pc:graphicFrameChg>
      </pc:sldChg>
      <pc:sldChg chg="addSp delSp modSp">
        <pc:chgData name="Sarath V." userId="S::sarath.v@nestgroup.net::11759a50-5485-4f58-ac09-6b79d4ba9e0d" providerId="AD" clId="Web-{F33BE205-CA1D-E9E6-2DA5-F334D0575B1E}" dt="2026-06-16T11:46:43.454" v="306" actId="20577"/>
        <pc:sldMkLst>
          <pc:docMk/>
          <pc:sldMk cId="641395149" sldId="264"/>
        </pc:sldMkLst>
        <pc:spChg chg="mod">
          <ac:chgData name="Sarath V." userId="S::sarath.v@nestgroup.net::11759a50-5485-4f58-ac09-6b79d4ba9e0d" providerId="AD" clId="Web-{F33BE205-CA1D-E9E6-2DA5-F334D0575B1E}" dt="2026-06-16T11:45:25.859" v="283" actId="20577"/>
          <ac:spMkLst>
            <pc:docMk/>
            <pc:sldMk cId="641395149" sldId="264"/>
            <ac:spMk id="2" creationId="{45CCA737-DA9E-3EA7-2DE1-5A1C27C7849B}"/>
          </ac:spMkLst>
        </pc:spChg>
        <pc:spChg chg="del">
          <ac:chgData name="Sarath V." userId="S::sarath.v@nestgroup.net::11759a50-5485-4f58-ac09-6b79d4ba9e0d" providerId="AD" clId="Web-{F33BE205-CA1D-E9E6-2DA5-F334D0575B1E}" dt="2026-06-16T11:45:29.249" v="284"/>
          <ac:spMkLst>
            <pc:docMk/>
            <pc:sldMk cId="641395149" sldId="264"/>
            <ac:spMk id="3" creationId="{73846C37-C865-EABC-78A3-C2B8161644B5}"/>
          </ac:spMkLst>
        </pc:spChg>
        <pc:spChg chg="mod">
          <ac:chgData name="Sarath V." userId="S::sarath.v@nestgroup.net::11759a50-5485-4f58-ac09-6b79d4ba9e0d" providerId="AD" clId="Web-{F33BE205-CA1D-E9E6-2DA5-F334D0575B1E}" dt="2026-06-16T11:46:04.750" v="290" actId="14100"/>
          <ac:spMkLst>
            <pc:docMk/>
            <pc:sldMk cId="641395149" sldId="264"/>
            <ac:spMk id="5" creationId="{FC20168E-7B8E-7D86-C234-61063AAF80DC}"/>
          </ac:spMkLst>
        </pc:spChg>
        <pc:spChg chg="add del mod">
          <ac:chgData name="Sarath V." userId="S::sarath.v@nestgroup.net::11759a50-5485-4f58-ac09-6b79d4ba9e0d" providerId="AD" clId="Web-{F33BE205-CA1D-E9E6-2DA5-F334D0575B1E}" dt="2026-06-16T11:45:32.468" v="285"/>
          <ac:spMkLst>
            <pc:docMk/>
            <pc:sldMk cId="641395149" sldId="264"/>
            <ac:spMk id="6" creationId="{70EC2FC3-B049-6C56-21D9-52BEE605CAD6}"/>
          </ac:spMkLst>
        </pc:spChg>
        <pc:spChg chg="add mod">
          <ac:chgData name="Sarath V." userId="S::sarath.v@nestgroup.net::11759a50-5485-4f58-ac09-6b79d4ba9e0d" providerId="AD" clId="Web-{F33BE205-CA1D-E9E6-2DA5-F334D0575B1E}" dt="2026-06-16T11:46:43.454" v="306" actId="20577"/>
          <ac:spMkLst>
            <pc:docMk/>
            <pc:sldMk cId="641395149" sldId="264"/>
            <ac:spMk id="7" creationId="{7D6AFB08-7B95-2B98-36FA-89B3FA8BA8DA}"/>
          </ac:spMkLst>
        </pc:spChg>
      </pc:sldChg>
      <pc:sldChg chg="delSp modSp">
        <pc:chgData name="Sarath V." userId="S::sarath.v@nestgroup.net::11759a50-5485-4f58-ac09-6b79d4ba9e0d" providerId="AD" clId="Web-{F33BE205-CA1D-E9E6-2DA5-F334D0575B1E}" dt="2026-06-16T11:47:53.971" v="316" actId="14100"/>
        <pc:sldMkLst>
          <pc:docMk/>
          <pc:sldMk cId="484332319" sldId="265"/>
        </pc:sldMkLst>
        <pc:spChg chg="mod">
          <ac:chgData name="Sarath V." userId="S::sarath.v@nestgroup.net::11759a50-5485-4f58-ac09-6b79d4ba9e0d" providerId="AD" clId="Web-{F33BE205-CA1D-E9E6-2DA5-F334D0575B1E}" dt="2026-06-16T11:47:08.798" v="308" actId="20577"/>
          <ac:spMkLst>
            <pc:docMk/>
            <pc:sldMk cId="484332319" sldId="265"/>
            <ac:spMk id="2" creationId="{E497513A-78F2-3744-EB04-AF36D2670FB3}"/>
          </ac:spMkLst>
        </pc:spChg>
        <pc:spChg chg="mod">
          <ac:chgData name="Sarath V." userId="S::sarath.v@nestgroup.net::11759a50-5485-4f58-ac09-6b79d4ba9e0d" providerId="AD" clId="Web-{F33BE205-CA1D-E9E6-2DA5-F334D0575B1E}" dt="2026-06-16T11:47:53.971" v="316" actId="14100"/>
          <ac:spMkLst>
            <pc:docMk/>
            <pc:sldMk cId="484332319" sldId="265"/>
            <ac:spMk id="3" creationId="{30190425-7797-EADB-83D3-D68A007DA1F2}"/>
          </ac:spMkLst>
        </pc:spChg>
        <pc:spChg chg="del">
          <ac:chgData name="Sarath V." userId="S::sarath.v@nestgroup.net::11759a50-5485-4f58-ac09-6b79d4ba9e0d" providerId="AD" clId="Web-{F33BE205-CA1D-E9E6-2DA5-F334D0575B1E}" dt="2026-06-16T11:47:18.752" v="309"/>
          <ac:spMkLst>
            <pc:docMk/>
            <pc:sldMk cId="484332319" sldId="265"/>
            <ac:spMk id="7" creationId="{C774F3D3-BF06-67E3-4AE9-814F94D1AB04}"/>
          </ac:spMkLst>
        </pc:spChg>
      </pc:sldChg>
      <pc:sldChg chg="addSp delSp modSp">
        <pc:chgData name="Sarath V." userId="S::sarath.v@nestgroup.net::11759a50-5485-4f58-ac09-6b79d4ba9e0d" providerId="AD" clId="Web-{F33BE205-CA1D-E9E6-2DA5-F334D0575B1E}" dt="2026-06-16T11:58:23.545" v="450" actId="20577"/>
        <pc:sldMkLst>
          <pc:docMk/>
          <pc:sldMk cId="2601805565" sldId="266"/>
        </pc:sldMkLst>
        <pc:spChg chg="mod">
          <ac:chgData name="Sarath V." userId="S::sarath.v@nestgroup.net::11759a50-5485-4f58-ac09-6b79d4ba9e0d" providerId="AD" clId="Web-{F33BE205-CA1D-E9E6-2DA5-F334D0575B1E}" dt="2026-06-16T11:48:10.331" v="317" actId="20577"/>
          <ac:spMkLst>
            <pc:docMk/>
            <pc:sldMk cId="2601805565" sldId="266"/>
            <ac:spMk id="2" creationId="{7035572F-3992-5C64-68E3-BD7F50FAA750}"/>
          </ac:spMkLst>
        </pc:spChg>
        <pc:spChg chg="mod">
          <ac:chgData name="Sarath V." userId="S::sarath.v@nestgroup.net::11759a50-5485-4f58-ac09-6b79d4ba9e0d" providerId="AD" clId="Web-{F33BE205-CA1D-E9E6-2DA5-F334D0575B1E}" dt="2026-06-16T11:57:24.763" v="430" actId="20577"/>
          <ac:spMkLst>
            <pc:docMk/>
            <pc:sldMk cId="2601805565" sldId="266"/>
            <ac:spMk id="3" creationId="{4B3E155C-AB87-090C-E8FA-DC665638A809}"/>
          </ac:spMkLst>
        </pc:spChg>
        <pc:spChg chg="add mod">
          <ac:chgData name="Sarath V." userId="S::sarath.v@nestgroup.net::11759a50-5485-4f58-ac09-6b79d4ba9e0d" providerId="AD" clId="Web-{F33BE205-CA1D-E9E6-2DA5-F334D0575B1E}" dt="2026-06-16T11:54:31.307" v="405" actId="1076"/>
          <ac:spMkLst>
            <pc:docMk/>
            <pc:sldMk cId="2601805565" sldId="266"/>
            <ac:spMk id="4" creationId="{3FE570C0-443D-A4A8-6786-AB62C0B3A2DC}"/>
          </ac:spMkLst>
        </pc:spChg>
        <pc:spChg chg="add del">
          <ac:chgData name="Sarath V." userId="S::sarath.v@nestgroup.net::11759a50-5485-4f58-ac09-6b79d4ba9e0d" providerId="AD" clId="Web-{F33BE205-CA1D-E9E6-2DA5-F334D0575B1E}" dt="2026-06-16T11:51:09.631" v="361"/>
          <ac:spMkLst>
            <pc:docMk/>
            <pc:sldMk cId="2601805565" sldId="266"/>
            <ac:spMk id="5" creationId="{BC51FDD4-3BD3-61F2-A26A-1493EA8ED7B8}"/>
          </ac:spMkLst>
        </pc:spChg>
        <pc:spChg chg="add mod">
          <ac:chgData name="Sarath V." userId="S::sarath.v@nestgroup.net::11759a50-5485-4f58-ac09-6b79d4ba9e0d" providerId="AD" clId="Web-{F33BE205-CA1D-E9E6-2DA5-F334D0575B1E}" dt="2026-06-16T11:54:54.042" v="408" actId="1076"/>
          <ac:spMkLst>
            <pc:docMk/>
            <pc:sldMk cId="2601805565" sldId="266"/>
            <ac:spMk id="6" creationId="{61BD7F6D-41C0-BF78-3EA5-DDE215ED2A20}"/>
          </ac:spMkLst>
        </pc:spChg>
        <pc:spChg chg="add mod">
          <ac:chgData name="Sarath V." userId="S::sarath.v@nestgroup.net::11759a50-5485-4f58-ac09-6b79d4ba9e0d" providerId="AD" clId="Web-{F33BE205-CA1D-E9E6-2DA5-F334D0575B1E}" dt="2026-06-16T11:57:02.419" v="425" actId="1076"/>
          <ac:spMkLst>
            <pc:docMk/>
            <pc:sldMk cId="2601805565" sldId="266"/>
            <ac:spMk id="7" creationId="{5B79B901-92E3-71DB-CB85-E86C2F8F986E}"/>
          </ac:spMkLst>
        </pc:spChg>
        <pc:spChg chg="add mod">
          <ac:chgData name="Sarath V." userId="S::sarath.v@nestgroup.net::11759a50-5485-4f58-ac09-6b79d4ba9e0d" providerId="AD" clId="Web-{F33BE205-CA1D-E9E6-2DA5-F334D0575B1E}" dt="2026-06-16T11:57:08.857" v="427" actId="1076"/>
          <ac:spMkLst>
            <pc:docMk/>
            <pc:sldMk cId="2601805565" sldId="266"/>
            <ac:spMk id="8" creationId="{3B0884B0-4586-B578-20F2-36DA0DD8B528}"/>
          </ac:spMkLst>
        </pc:spChg>
        <pc:spChg chg="add mod">
          <ac:chgData name="Sarath V." userId="S::sarath.v@nestgroup.net::11759a50-5485-4f58-ac09-6b79d4ba9e0d" providerId="AD" clId="Web-{F33BE205-CA1D-E9E6-2DA5-F334D0575B1E}" dt="2026-06-16T11:57:18.185" v="429" actId="1076"/>
          <ac:spMkLst>
            <pc:docMk/>
            <pc:sldMk cId="2601805565" sldId="266"/>
            <ac:spMk id="9" creationId="{9CE8C0A9-60FF-872D-164D-44EBF80126FB}"/>
          </ac:spMkLst>
        </pc:spChg>
        <pc:spChg chg="add mod">
          <ac:chgData name="Sarath V." userId="S::sarath.v@nestgroup.net::11759a50-5485-4f58-ac09-6b79d4ba9e0d" providerId="AD" clId="Web-{F33BE205-CA1D-E9E6-2DA5-F334D0575B1E}" dt="2026-06-16T11:57:32.701" v="432" actId="1076"/>
          <ac:spMkLst>
            <pc:docMk/>
            <pc:sldMk cId="2601805565" sldId="266"/>
            <ac:spMk id="10" creationId="{B0B3AC1B-9C20-AF02-D2D6-F787EFDC78A9}"/>
          </ac:spMkLst>
        </pc:spChg>
        <pc:spChg chg="add mod">
          <ac:chgData name="Sarath V." userId="S::sarath.v@nestgroup.net::11759a50-5485-4f58-ac09-6b79d4ba9e0d" providerId="AD" clId="Web-{F33BE205-CA1D-E9E6-2DA5-F334D0575B1E}" dt="2026-06-16T11:57:39.295" v="434" actId="1076"/>
          <ac:spMkLst>
            <pc:docMk/>
            <pc:sldMk cId="2601805565" sldId="266"/>
            <ac:spMk id="11" creationId="{456EB360-A72F-E40C-533E-CE7688092A0D}"/>
          </ac:spMkLst>
        </pc:spChg>
        <pc:spChg chg="add mod">
          <ac:chgData name="Sarath V." userId="S::sarath.v@nestgroup.net::11759a50-5485-4f58-ac09-6b79d4ba9e0d" providerId="AD" clId="Web-{F33BE205-CA1D-E9E6-2DA5-F334D0575B1E}" dt="2026-06-16T11:57:44.842" v="436" actId="1076"/>
          <ac:spMkLst>
            <pc:docMk/>
            <pc:sldMk cId="2601805565" sldId="266"/>
            <ac:spMk id="12" creationId="{794BD885-AAA6-EBF4-4EEF-DB3E49F5B968}"/>
          </ac:spMkLst>
        </pc:spChg>
        <pc:spChg chg="add del">
          <ac:chgData name="Sarath V." userId="S::sarath.v@nestgroup.net::11759a50-5485-4f58-ac09-6b79d4ba9e0d" providerId="AD" clId="Web-{F33BE205-CA1D-E9E6-2DA5-F334D0575B1E}" dt="2026-06-16T11:58:12.670" v="440"/>
          <ac:spMkLst>
            <pc:docMk/>
            <pc:sldMk cId="2601805565" sldId="266"/>
            <ac:spMk id="13" creationId="{2635D600-B75A-1A9D-7DE8-1AE31C6BB98D}"/>
          </ac:spMkLst>
        </pc:spChg>
        <pc:spChg chg="add mod">
          <ac:chgData name="Sarath V." userId="S::sarath.v@nestgroup.net::11759a50-5485-4f58-ac09-6b79d4ba9e0d" providerId="AD" clId="Web-{F33BE205-CA1D-E9E6-2DA5-F334D0575B1E}" dt="2026-06-16T11:58:23.545" v="450" actId="20577"/>
          <ac:spMkLst>
            <pc:docMk/>
            <pc:sldMk cId="2601805565" sldId="266"/>
            <ac:spMk id="14" creationId="{960414A7-A108-E9EB-D887-B2573A0DC406}"/>
          </ac:spMkLst>
        </pc:spChg>
      </pc:sldChg>
      <pc:sldChg chg="addSp modSp">
        <pc:chgData name="Sarath V." userId="S::sarath.v@nestgroup.net::11759a50-5485-4f58-ac09-6b79d4ba9e0d" providerId="AD" clId="Web-{F33BE205-CA1D-E9E6-2DA5-F334D0575B1E}" dt="2026-06-16T12:09:17.947" v="479" actId="1076"/>
        <pc:sldMkLst>
          <pc:docMk/>
          <pc:sldMk cId="1280231122" sldId="267"/>
        </pc:sldMkLst>
        <pc:spChg chg="mod">
          <ac:chgData name="Sarath V." userId="S::sarath.v@nestgroup.net::11759a50-5485-4f58-ac09-6b79d4ba9e0d" providerId="AD" clId="Web-{F33BE205-CA1D-E9E6-2DA5-F334D0575B1E}" dt="2026-06-16T12:05:46.960" v="452" actId="20577"/>
          <ac:spMkLst>
            <pc:docMk/>
            <pc:sldMk cId="1280231122" sldId="267"/>
            <ac:spMk id="2" creationId="{4FFF329F-D3D3-B9EA-3D7C-5F8259CBA164}"/>
          </ac:spMkLst>
        </pc:spChg>
        <pc:spChg chg="mod">
          <ac:chgData name="Sarath V." userId="S::sarath.v@nestgroup.net::11759a50-5485-4f58-ac09-6b79d4ba9e0d" providerId="AD" clId="Web-{F33BE205-CA1D-E9E6-2DA5-F334D0575B1E}" dt="2026-06-16T12:07:58.618" v="458" actId="20577"/>
          <ac:spMkLst>
            <pc:docMk/>
            <pc:sldMk cId="1280231122" sldId="267"/>
            <ac:spMk id="3" creationId="{0974D36E-94B4-D357-7314-E945CEA77ACA}"/>
          </ac:spMkLst>
        </pc:spChg>
        <pc:spChg chg="add mod">
          <ac:chgData name="Sarath V." userId="S::sarath.v@nestgroup.net::11759a50-5485-4f58-ac09-6b79d4ba9e0d" providerId="AD" clId="Web-{F33BE205-CA1D-E9E6-2DA5-F334D0575B1E}" dt="2026-06-16T12:09:17.947" v="479" actId="1076"/>
          <ac:spMkLst>
            <pc:docMk/>
            <pc:sldMk cId="1280231122" sldId="267"/>
            <ac:spMk id="6" creationId="{BFBB3FB4-9D34-40AD-5F61-DA0DDAF56C8A}"/>
          </ac:spMkLst>
        </pc:spChg>
        <pc:graphicFrameChg chg="add mod modGraphic">
          <ac:chgData name="Sarath V." userId="S::sarath.v@nestgroup.net::11759a50-5485-4f58-ac09-6b79d4ba9e0d" providerId="AD" clId="Web-{F33BE205-CA1D-E9E6-2DA5-F334D0575B1E}" dt="2026-06-16T12:08:16.947" v="462"/>
          <ac:graphicFrameMkLst>
            <pc:docMk/>
            <pc:sldMk cId="1280231122" sldId="267"/>
            <ac:graphicFrameMk id="5" creationId="{60832629-8A14-6FA3-8AB1-50FE9F704E82}"/>
          </ac:graphicFrameMkLst>
        </pc:graphicFrameChg>
      </pc:sldChg>
      <pc:sldChg chg="modSp">
        <pc:chgData name="Sarath V." userId="S::sarath.v@nestgroup.net::11759a50-5485-4f58-ac09-6b79d4ba9e0d" providerId="AD" clId="Web-{F33BE205-CA1D-E9E6-2DA5-F334D0575B1E}" dt="2026-06-16T12:15:17.969" v="572" actId="20577"/>
        <pc:sldMkLst>
          <pc:docMk/>
          <pc:sldMk cId="1046909804" sldId="272"/>
        </pc:sldMkLst>
        <pc:spChg chg="mod">
          <ac:chgData name="Sarath V." userId="S::sarath.v@nestgroup.net::11759a50-5485-4f58-ac09-6b79d4ba9e0d" providerId="AD" clId="Web-{F33BE205-CA1D-E9E6-2DA5-F334D0575B1E}" dt="2026-06-16T12:15:17.969" v="572" actId="20577"/>
          <ac:spMkLst>
            <pc:docMk/>
            <pc:sldMk cId="1046909804" sldId="272"/>
            <ac:spMk id="3" creationId="{33D56B61-6A33-3E23-B115-51D62A48D81A}"/>
          </ac:spMkLst>
        </pc:spChg>
      </pc:sldChg>
      <pc:sldChg chg="modSp">
        <pc:chgData name="Sarath V." userId="S::sarath.v@nestgroup.net::11759a50-5485-4f58-ac09-6b79d4ba9e0d" providerId="AD" clId="Web-{F33BE205-CA1D-E9E6-2DA5-F334D0575B1E}" dt="2026-06-16T12:16:16.173" v="585" actId="20577"/>
        <pc:sldMkLst>
          <pc:docMk/>
          <pc:sldMk cId="216957163" sldId="275"/>
        </pc:sldMkLst>
        <pc:spChg chg="mod">
          <ac:chgData name="Sarath V." userId="S::sarath.v@nestgroup.net::11759a50-5485-4f58-ac09-6b79d4ba9e0d" providerId="AD" clId="Web-{F33BE205-CA1D-E9E6-2DA5-F334D0575B1E}" dt="2026-06-16T12:16:16.173" v="585" actId="20577"/>
          <ac:spMkLst>
            <pc:docMk/>
            <pc:sldMk cId="216957163" sldId="275"/>
            <ac:spMk id="3" creationId="{3BA6393D-5873-D1C7-1284-4D196348B9A7}"/>
          </ac:spMkLst>
        </pc:spChg>
      </pc:sldChg>
      <pc:sldChg chg="addSp delSp modSp">
        <pc:chgData name="Sarath V." userId="S::sarath.v@nestgroup.net::11759a50-5485-4f58-ac09-6b79d4ba9e0d" providerId="AD" clId="Web-{F33BE205-CA1D-E9E6-2DA5-F334D0575B1E}" dt="2026-06-16T12:18:17.862" v="598"/>
        <pc:sldMkLst>
          <pc:docMk/>
          <pc:sldMk cId="128940972" sldId="276"/>
        </pc:sldMkLst>
        <pc:spChg chg="mod">
          <ac:chgData name="Sarath V." userId="S::sarath.v@nestgroup.net::11759a50-5485-4f58-ac09-6b79d4ba9e0d" providerId="AD" clId="Web-{F33BE205-CA1D-E9E6-2DA5-F334D0575B1E}" dt="2026-06-16T12:17:49.971" v="591" actId="20577"/>
          <ac:spMkLst>
            <pc:docMk/>
            <pc:sldMk cId="128940972" sldId="276"/>
            <ac:spMk id="4" creationId="{3BD728A9-F377-4115-4BE0-F1FFE8BA6353}"/>
          </ac:spMkLst>
        </pc:spChg>
        <pc:graphicFrameChg chg="del">
          <ac:chgData name="Sarath V." userId="S::sarath.v@nestgroup.net::11759a50-5485-4f58-ac09-6b79d4ba9e0d" providerId="AD" clId="Web-{F33BE205-CA1D-E9E6-2DA5-F334D0575B1E}" dt="2026-06-16T12:17:17.986" v="587"/>
          <ac:graphicFrameMkLst>
            <pc:docMk/>
            <pc:sldMk cId="128940972" sldId="276"/>
            <ac:graphicFrameMk id="5" creationId="{DC05AD2D-6FE4-325A-5618-19400C08BBEC}"/>
          </ac:graphicFrameMkLst>
        </pc:graphicFrameChg>
        <pc:graphicFrameChg chg="add mod modGraphic">
          <ac:chgData name="Sarath V." userId="S::sarath.v@nestgroup.net::11759a50-5485-4f58-ac09-6b79d4ba9e0d" providerId="AD" clId="Web-{F33BE205-CA1D-E9E6-2DA5-F334D0575B1E}" dt="2026-06-16T12:17:35.940" v="590"/>
          <ac:graphicFrameMkLst>
            <pc:docMk/>
            <pc:sldMk cId="128940972" sldId="276"/>
            <ac:graphicFrameMk id="6" creationId="{B1BAAE8B-D9BE-3A09-EBB5-7A4AE8163F77}"/>
          </ac:graphicFrameMkLst>
        </pc:graphicFrameChg>
        <pc:graphicFrameChg chg="del">
          <ac:chgData name="Sarath V." userId="S::sarath.v@nestgroup.net::11759a50-5485-4f58-ac09-6b79d4ba9e0d" providerId="AD" clId="Web-{F33BE205-CA1D-E9E6-2DA5-F334D0575B1E}" dt="2026-06-16T12:17:59.221" v="592"/>
          <ac:graphicFrameMkLst>
            <pc:docMk/>
            <pc:sldMk cId="128940972" sldId="276"/>
            <ac:graphicFrameMk id="7" creationId="{496EFAD1-8AF0-FB28-8204-0F7EE657D690}"/>
          </ac:graphicFrameMkLst>
        </pc:graphicFrameChg>
        <pc:graphicFrameChg chg="add mod modGraphic">
          <ac:chgData name="Sarath V." userId="S::sarath.v@nestgroup.net::11759a50-5485-4f58-ac09-6b79d4ba9e0d" providerId="AD" clId="Web-{F33BE205-CA1D-E9E6-2DA5-F334D0575B1E}" dt="2026-06-16T12:18:17.862" v="598"/>
          <ac:graphicFrameMkLst>
            <pc:docMk/>
            <pc:sldMk cId="128940972" sldId="276"/>
            <ac:graphicFrameMk id="9" creationId="{D3A0B95D-4C4F-C37A-1FF0-307DA8A65F6E}"/>
          </ac:graphicFrameMkLst>
        </pc:graphicFrameChg>
      </pc:sldChg>
      <pc:sldChg chg="modSp">
        <pc:chgData name="Sarath V." userId="S::sarath.v@nestgroup.net::11759a50-5485-4f58-ac09-6b79d4ba9e0d" providerId="AD" clId="Web-{F33BE205-CA1D-E9E6-2DA5-F334D0575B1E}" dt="2026-06-16T12:23:57.931" v="683" actId="14100"/>
        <pc:sldMkLst>
          <pc:docMk/>
          <pc:sldMk cId="2815288669" sldId="277"/>
        </pc:sldMkLst>
        <pc:spChg chg="mod">
          <ac:chgData name="Sarath V." userId="S::sarath.v@nestgroup.net::11759a50-5485-4f58-ac09-6b79d4ba9e0d" providerId="AD" clId="Web-{F33BE205-CA1D-E9E6-2DA5-F334D0575B1E}" dt="2026-06-16T12:23:57.931" v="683" actId="14100"/>
          <ac:spMkLst>
            <pc:docMk/>
            <pc:sldMk cId="2815288669" sldId="277"/>
            <ac:spMk id="3" creationId="{E496910E-8347-9766-1A03-ECBDB61F0646}"/>
          </ac:spMkLst>
        </pc:spChg>
        <pc:spChg chg="mod">
          <ac:chgData name="Sarath V." userId="S::sarath.v@nestgroup.net::11759a50-5485-4f58-ac09-6b79d4ba9e0d" providerId="AD" clId="Web-{F33BE205-CA1D-E9E6-2DA5-F334D0575B1E}" dt="2026-06-16T12:23:49.587" v="681" actId="20577"/>
          <ac:spMkLst>
            <pc:docMk/>
            <pc:sldMk cId="2815288669" sldId="277"/>
            <ac:spMk id="5" creationId="{1D3DA672-2893-E8DF-C25E-B3937AB9D36A}"/>
          </ac:spMkLst>
        </pc:spChg>
      </pc:sldChg>
      <pc:sldChg chg="addSp delSp modSp">
        <pc:chgData name="Sarath V." userId="S::sarath.v@nestgroup.net::11759a50-5485-4f58-ac09-6b79d4ba9e0d" providerId="AD" clId="Web-{F33BE205-CA1D-E9E6-2DA5-F334D0575B1E}" dt="2026-06-16T12:24:39.276" v="713"/>
        <pc:sldMkLst>
          <pc:docMk/>
          <pc:sldMk cId="2287427571" sldId="278"/>
        </pc:sldMkLst>
        <pc:graphicFrameChg chg="add mod modGraphic">
          <ac:chgData name="Sarath V." userId="S::sarath.v@nestgroup.net::11759a50-5485-4f58-ac09-6b79d4ba9e0d" providerId="AD" clId="Web-{F33BE205-CA1D-E9E6-2DA5-F334D0575B1E}" dt="2026-06-16T12:24:39.276" v="713"/>
          <ac:graphicFrameMkLst>
            <pc:docMk/>
            <pc:sldMk cId="2287427571" sldId="278"/>
            <ac:graphicFrameMk id="4" creationId="{29C5DD10-702B-F18B-1EE7-091C588EEF58}"/>
          </ac:graphicFrameMkLst>
        </pc:graphicFrameChg>
        <pc:graphicFrameChg chg="del">
          <ac:chgData name="Sarath V." userId="S::sarath.v@nestgroup.net::11759a50-5485-4f58-ac09-6b79d4ba9e0d" providerId="AD" clId="Web-{F33BE205-CA1D-E9E6-2DA5-F334D0575B1E}" dt="2026-06-16T12:24:14.916" v="684"/>
          <ac:graphicFrameMkLst>
            <pc:docMk/>
            <pc:sldMk cId="2287427571" sldId="278"/>
            <ac:graphicFrameMk id="5" creationId="{9076D066-F29E-EEDB-5C4F-3FFBFC96E904}"/>
          </ac:graphicFrameMkLst>
        </pc:graphicFrameChg>
      </pc:sldChg>
      <pc:sldChg chg="modSp">
        <pc:chgData name="Sarath V." userId="S::sarath.v@nestgroup.net::11759a50-5485-4f58-ac09-6b79d4ba9e0d" providerId="AD" clId="Web-{F33BE205-CA1D-E9E6-2DA5-F334D0575B1E}" dt="2026-06-16T12:11:25.746" v="509" actId="20577"/>
        <pc:sldMkLst>
          <pc:docMk/>
          <pc:sldMk cId="1304824265" sldId="279"/>
        </pc:sldMkLst>
        <pc:spChg chg="mod">
          <ac:chgData name="Sarath V." userId="S::sarath.v@nestgroup.net::11759a50-5485-4f58-ac09-6b79d4ba9e0d" providerId="AD" clId="Web-{F33BE205-CA1D-E9E6-2DA5-F334D0575B1E}" dt="2026-06-16T12:09:57.917" v="480" actId="20577"/>
          <ac:spMkLst>
            <pc:docMk/>
            <pc:sldMk cId="1304824265" sldId="279"/>
            <ac:spMk id="2" creationId="{CF66E63B-D8B0-6B05-3A01-4751663D5E2D}"/>
          </ac:spMkLst>
        </pc:spChg>
        <pc:spChg chg="mod">
          <ac:chgData name="Sarath V." userId="S::sarath.v@nestgroup.net::11759a50-5485-4f58-ac09-6b79d4ba9e0d" providerId="AD" clId="Web-{F33BE205-CA1D-E9E6-2DA5-F334D0575B1E}" dt="2026-06-16T12:10:57.839" v="507" actId="20577"/>
          <ac:spMkLst>
            <pc:docMk/>
            <pc:sldMk cId="1304824265" sldId="279"/>
            <ac:spMk id="3" creationId="{A2F97261-CB02-6226-D839-D586F7023EF2}"/>
          </ac:spMkLst>
        </pc:spChg>
        <pc:spChg chg="mod">
          <ac:chgData name="Sarath V." userId="S::sarath.v@nestgroup.net::11759a50-5485-4f58-ac09-6b79d4ba9e0d" providerId="AD" clId="Web-{F33BE205-CA1D-E9E6-2DA5-F334D0575B1E}" dt="2026-06-16T12:11:25.746" v="509" actId="20577"/>
          <ac:spMkLst>
            <pc:docMk/>
            <pc:sldMk cId="1304824265" sldId="279"/>
            <ac:spMk id="7" creationId="{B88AC897-B33C-5D57-E836-C448F8EBAE8D}"/>
          </ac:spMkLst>
        </pc:spChg>
      </pc:sldChg>
      <pc:sldChg chg="delSp modSp">
        <pc:chgData name="Sarath V." userId="S::sarath.v@nestgroup.net::11759a50-5485-4f58-ac09-6b79d4ba9e0d" providerId="AD" clId="Web-{F33BE205-CA1D-E9E6-2DA5-F334D0575B1E}" dt="2026-06-16T12:12:12.825" v="515" actId="20577"/>
        <pc:sldMkLst>
          <pc:docMk/>
          <pc:sldMk cId="3175291884" sldId="280"/>
        </pc:sldMkLst>
        <pc:spChg chg="mod">
          <ac:chgData name="Sarath V." userId="S::sarath.v@nestgroup.net::11759a50-5485-4f58-ac09-6b79d4ba9e0d" providerId="AD" clId="Web-{F33BE205-CA1D-E9E6-2DA5-F334D0575B1E}" dt="2026-06-16T12:11:56.043" v="511" actId="20577"/>
          <ac:spMkLst>
            <pc:docMk/>
            <pc:sldMk cId="3175291884" sldId="280"/>
            <ac:spMk id="2" creationId="{2A29385F-81F4-E4A9-73BA-4CF9064FA317}"/>
          </ac:spMkLst>
        </pc:spChg>
        <pc:spChg chg="mod">
          <ac:chgData name="Sarath V." userId="S::sarath.v@nestgroup.net::11759a50-5485-4f58-ac09-6b79d4ba9e0d" providerId="AD" clId="Web-{F33BE205-CA1D-E9E6-2DA5-F334D0575B1E}" dt="2026-06-16T12:12:12.825" v="515" actId="20577"/>
          <ac:spMkLst>
            <pc:docMk/>
            <pc:sldMk cId="3175291884" sldId="280"/>
            <ac:spMk id="3" creationId="{CC60E748-2326-1C62-F420-FE5C4B942B5D}"/>
          </ac:spMkLst>
        </pc:spChg>
        <pc:graphicFrameChg chg="del">
          <ac:chgData name="Sarath V." userId="S::sarath.v@nestgroup.net::11759a50-5485-4f58-ac09-6b79d4ba9e0d" providerId="AD" clId="Web-{F33BE205-CA1D-E9E6-2DA5-F334D0575B1E}" dt="2026-06-16T12:11:57.497" v="512"/>
          <ac:graphicFrameMkLst>
            <pc:docMk/>
            <pc:sldMk cId="3175291884" sldId="280"/>
            <ac:graphicFrameMk id="5" creationId="{DBD78D60-28FE-2209-49A1-B4CE7FC6DF41}"/>
          </ac:graphicFrameMkLst>
        </pc:graphicFrameChg>
      </pc:sldChg>
      <pc:sldChg chg="addSp delSp modSp">
        <pc:chgData name="Sarath V." userId="S::sarath.v@nestgroup.net::11759a50-5485-4f58-ac09-6b79d4ba9e0d" providerId="AD" clId="Web-{F33BE205-CA1D-E9E6-2DA5-F334D0575B1E}" dt="2026-06-16T12:15:34.328" v="575" actId="1076"/>
        <pc:sldMkLst>
          <pc:docMk/>
          <pc:sldMk cId="59662912" sldId="282"/>
        </pc:sldMkLst>
        <pc:graphicFrameChg chg="add mod">
          <ac:chgData name="Sarath V." userId="S::sarath.v@nestgroup.net::11759a50-5485-4f58-ac09-6b79d4ba9e0d" providerId="AD" clId="Web-{F33BE205-CA1D-E9E6-2DA5-F334D0575B1E}" dt="2026-06-16T12:15:34.328" v="575" actId="1076"/>
          <ac:graphicFrameMkLst>
            <pc:docMk/>
            <pc:sldMk cId="59662912" sldId="282"/>
            <ac:graphicFrameMk id="4" creationId="{44676493-F12D-2473-00E8-F9D991F11C23}"/>
          </ac:graphicFrameMkLst>
        </pc:graphicFrameChg>
        <pc:graphicFrameChg chg="del">
          <ac:chgData name="Sarath V." userId="S::sarath.v@nestgroup.net::11759a50-5485-4f58-ac09-6b79d4ba9e0d" providerId="AD" clId="Web-{F33BE205-CA1D-E9E6-2DA5-F334D0575B1E}" dt="2026-06-16T12:15:28.656" v="573"/>
          <ac:graphicFrameMkLst>
            <pc:docMk/>
            <pc:sldMk cId="59662912" sldId="282"/>
            <ac:graphicFrameMk id="5" creationId="{E9CCED6B-80E3-F251-DE72-C3955CF856C9}"/>
          </ac:graphicFrameMkLst>
        </pc:graphicFrameChg>
      </pc:sldChg>
      <pc:sldChg chg="del">
        <pc:chgData name="Sarath V." userId="S::sarath.v@nestgroup.net::11759a50-5485-4f58-ac09-6b79d4ba9e0d" providerId="AD" clId="Web-{F33BE205-CA1D-E9E6-2DA5-F334D0575B1E}" dt="2026-06-16T12:18:45.066" v="599"/>
        <pc:sldMkLst>
          <pc:docMk/>
          <pc:sldMk cId="1990540687" sldId="284"/>
        </pc:sldMkLst>
      </pc:sldChg>
      <pc:sldChg chg="del">
        <pc:chgData name="Sarath V." userId="S::sarath.v@nestgroup.net::11759a50-5485-4f58-ac09-6b79d4ba9e0d" providerId="AD" clId="Web-{F33BE205-CA1D-E9E6-2DA5-F334D0575B1E}" dt="2026-06-16T12:18:46.128" v="600"/>
        <pc:sldMkLst>
          <pc:docMk/>
          <pc:sldMk cId="1298716542" sldId="285"/>
        </pc:sldMkLst>
      </pc:sldChg>
      <pc:sldChg chg="modSp">
        <pc:chgData name="Sarath V." userId="S::sarath.v@nestgroup.net::11759a50-5485-4f58-ac09-6b79d4ba9e0d" providerId="AD" clId="Web-{F33BE205-CA1D-E9E6-2DA5-F334D0575B1E}" dt="2026-06-16T12:13:24.342" v="537" actId="20577"/>
        <pc:sldMkLst>
          <pc:docMk/>
          <pc:sldMk cId="326371129" sldId="286"/>
        </pc:sldMkLst>
        <pc:spChg chg="mod">
          <ac:chgData name="Sarath V." userId="S::sarath.v@nestgroup.net::11759a50-5485-4f58-ac09-6b79d4ba9e0d" providerId="AD" clId="Web-{F33BE205-CA1D-E9E6-2DA5-F334D0575B1E}" dt="2026-06-16T12:12:22.684" v="516" actId="20577"/>
          <ac:spMkLst>
            <pc:docMk/>
            <pc:sldMk cId="326371129" sldId="286"/>
            <ac:spMk id="2" creationId="{FA46B86D-BBC9-5A5F-8059-DB536EDC2B0E}"/>
          </ac:spMkLst>
        </pc:spChg>
        <pc:spChg chg="mod">
          <ac:chgData name="Sarath V." userId="S::sarath.v@nestgroup.net::11759a50-5485-4f58-ac09-6b79d4ba9e0d" providerId="AD" clId="Web-{F33BE205-CA1D-E9E6-2DA5-F334D0575B1E}" dt="2026-06-16T12:13:24.342" v="537" actId="20577"/>
          <ac:spMkLst>
            <pc:docMk/>
            <pc:sldMk cId="326371129" sldId="286"/>
            <ac:spMk id="3" creationId="{597D3707-E30F-9308-A3BC-A446F231E103}"/>
          </ac:spMkLst>
        </pc:spChg>
      </pc:sldChg>
      <pc:sldChg chg="addSp delSp modSp">
        <pc:chgData name="Sarath V." userId="S::sarath.v@nestgroup.net::11759a50-5485-4f58-ac09-6b79d4ba9e0d" providerId="AD" clId="Web-{F33BE205-CA1D-E9E6-2DA5-F334D0575B1E}" dt="2026-06-16T12:15:03.937" v="570" actId="1076"/>
        <pc:sldMkLst>
          <pc:docMk/>
          <pc:sldMk cId="4176864030" sldId="287"/>
        </pc:sldMkLst>
        <pc:spChg chg="mod">
          <ac:chgData name="Sarath V." userId="S::sarath.v@nestgroup.net::11759a50-5485-4f58-ac09-6b79d4ba9e0d" providerId="AD" clId="Web-{F33BE205-CA1D-E9E6-2DA5-F334D0575B1E}" dt="2026-06-16T12:13:36.123" v="538" actId="20577"/>
          <ac:spMkLst>
            <pc:docMk/>
            <pc:sldMk cId="4176864030" sldId="287"/>
            <ac:spMk id="2" creationId="{C8B31296-EF33-0E0C-3104-9637FEEED65B}"/>
          </ac:spMkLst>
        </pc:spChg>
        <pc:spChg chg="mod">
          <ac:chgData name="Sarath V." userId="S::sarath.v@nestgroup.net::11759a50-5485-4f58-ac09-6b79d4ba9e0d" providerId="AD" clId="Web-{F33BE205-CA1D-E9E6-2DA5-F334D0575B1E}" dt="2026-06-16T12:13:55.764" v="543" actId="20577"/>
          <ac:spMkLst>
            <pc:docMk/>
            <pc:sldMk cId="4176864030" sldId="287"/>
            <ac:spMk id="3" creationId="{60215BB5-4EE5-2ADD-A44C-769865BD40E0}"/>
          </ac:spMkLst>
        </pc:spChg>
        <pc:spChg chg="add mod">
          <ac:chgData name="Sarath V." userId="S::sarath.v@nestgroup.net::11759a50-5485-4f58-ac09-6b79d4ba9e0d" providerId="AD" clId="Web-{F33BE205-CA1D-E9E6-2DA5-F334D0575B1E}" dt="2026-06-16T12:15:03.937" v="570" actId="1076"/>
          <ac:spMkLst>
            <pc:docMk/>
            <pc:sldMk cId="4176864030" sldId="287"/>
            <ac:spMk id="7" creationId="{1A26FC8C-C90E-EA9C-C60F-D190C0FB68CE}"/>
          </ac:spMkLst>
        </pc:spChg>
        <pc:graphicFrameChg chg="add mod modGraphic">
          <ac:chgData name="Sarath V." userId="S::sarath.v@nestgroup.net::11759a50-5485-4f58-ac09-6b79d4ba9e0d" providerId="AD" clId="Web-{F33BE205-CA1D-E9E6-2DA5-F334D0575B1E}" dt="2026-06-16T12:14:26.952" v="547"/>
          <ac:graphicFrameMkLst>
            <pc:docMk/>
            <pc:sldMk cId="4176864030" sldId="287"/>
            <ac:graphicFrameMk id="6" creationId="{28F3E7B7-DFBD-2D27-2B25-4D341A718729}"/>
          </ac:graphicFrameMkLst>
        </pc:graphicFrameChg>
        <pc:picChg chg="del">
          <ac:chgData name="Sarath V." userId="S::sarath.v@nestgroup.net::11759a50-5485-4f58-ac09-6b79d4ba9e0d" providerId="AD" clId="Web-{F33BE205-CA1D-E9E6-2DA5-F334D0575B1E}" dt="2026-06-16T12:13:50.201" v="540"/>
          <ac:picMkLst>
            <pc:docMk/>
            <pc:sldMk cId="4176864030" sldId="287"/>
            <ac:picMk id="4" creationId="{49FC43BF-BD0D-4831-C5B8-479DB0216AA5}"/>
          </ac:picMkLst>
        </pc:picChg>
      </pc:sldChg>
      <pc:sldChg chg="addSp delSp modSp add replId">
        <pc:chgData name="Sarath V." userId="S::sarath.v@nestgroup.net::11759a50-5485-4f58-ac09-6b79d4ba9e0d" providerId="AD" clId="Web-{F33BE205-CA1D-E9E6-2DA5-F334D0575B1E}" dt="2026-06-16T12:19:51.864" v="619" actId="20577"/>
        <pc:sldMkLst>
          <pc:docMk/>
          <pc:sldMk cId="2623582090" sldId="288"/>
        </pc:sldMkLst>
        <pc:spChg chg="mod">
          <ac:chgData name="Sarath V." userId="S::sarath.v@nestgroup.net::11759a50-5485-4f58-ac09-6b79d4ba9e0d" providerId="AD" clId="Web-{F33BE205-CA1D-E9E6-2DA5-F334D0575B1E}" dt="2026-06-16T12:19:51.864" v="619" actId="20577"/>
          <ac:spMkLst>
            <pc:docMk/>
            <pc:sldMk cId="2623582090" sldId="288"/>
            <ac:spMk id="4" creationId="{80C64E66-1FAA-97DD-E571-D79D46780B91}"/>
          </ac:spMkLst>
        </pc:spChg>
        <pc:graphicFrameChg chg="add mod modGraphic">
          <ac:chgData name="Sarath V." userId="S::sarath.v@nestgroup.net::11759a50-5485-4f58-ac09-6b79d4ba9e0d" providerId="AD" clId="Web-{F33BE205-CA1D-E9E6-2DA5-F334D0575B1E}" dt="2026-06-16T12:19:16.941" v="607" actId="1076"/>
          <ac:graphicFrameMkLst>
            <pc:docMk/>
            <pc:sldMk cId="2623582090" sldId="288"/>
            <ac:graphicFrameMk id="5" creationId="{4E2E0728-FFEB-6769-5D25-0A324175CA0F}"/>
          </ac:graphicFrameMkLst>
        </pc:graphicFrameChg>
        <pc:graphicFrameChg chg="del">
          <ac:chgData name="Sarath V." userId="S::sarath.v@nestgroup.net::11759a50-5485-4f58-ac09-6b79d4ba9e0d" providerId="AD" clId="Web-{F33BE205-CA1D-E9E6-2DA5-F334D0575B1E}" dt="2026-06-16T12:19:05.269" v="604"/>
          <ac:graphicFrameMkLst>
            <pc:docMk/>
            <pc:sldMk cId="2623582090" sldId="288"/>
            <ac:graphicFrameMk id="6" creationId="{4B6836BA-40F2-C70E-3776-821336D87AFA}"/>
          </ac:graphicFrameMkLst>
        </pc:graphicFrameChg>
        <pc:graphicFrameChg chg="add mod modGraphic">
          <ac:chgData name="Sarath V." userId="S::sarath.v@nestgroup.net::11759a50-5485-4f58-ac09-6b79d4ba9e0d" providerId="AD" clId="Web-{F33BE205-CA1D-E9E6-2DA5-F334D0575B1E}" dt="2026-06-16T12:19:46.177" v="615"/>
          <ac:graphicFrameMkLst>
            <pc:docMk/>
            <pc:sldMk cId="2623582090" sldId="288"/>
            <ac:graphicFrameMk id="8" creationId="{DCFF18AE-0B92-D4C4-78E8-C7792D15F61F}"/>
          </ac:graphicFrameMkLst>
        </pc:graphicFrameChg>
        <pc:graphicFrameChg chg="del mod modGraphic">
          <ac:chgData name="Sarath V." userId="S::sarath.v@nestgroup.net::11759a50-5485-4f58-ac09-6b79d4ba9e0d" providerId="AD" clId="Web-{F33BE205-CA1D-E9E6-2DA5-F334D0575B1E}" dt="2026-06-16T12:19:23.973" v="612"/>
          <ac:graphicFrameMkLst>
            <pc:docMk/>
            <pc:sldMk cId="2623582090" sldId="288"/>
            <ac:graphicFrameMk id="9" creationId="{D65AC079-243C-6289-E770-7CB266EBD23E}"/>
          </ac:graphicFrameMkLst>
        </pc:graphicFrameChg>
      </pc:sldChg>
      <pc:sldChg chg="addSp delSp modSp add replId">
        <pc:chgData name="Sarath V." userId="S::sarath.v@nestgroup.net::11759a50-5485-4f58-ac09-6b79d4ba9e0d" providerId="AD" clId="Web-{F33BE205-CA1D-E9E6-2DA5-F334D0575B1E}" dt="2026-06-16T12:21:07.365" v="638" actId="1076"/>
        <pc:sldMkLst>
          <pc:docMk/>
          <pc:sldMk cId="596267810" sldId="289"/>
        </pc:sldMkLst>
        <pc:spChg chg="mod">
          <ac:chgData name="Sarath V." userId="S::sarath.v@nestgroup.net::11759a50-5485-4f58-ac09-6b79d4ba9e0d" providerId="AD" clId="Web-{F33BE205-CA1D-E9E6-2DA5-F334D0575B1E}" dt="2026-06-16T12:20:51.725" v="634" actId="20577"/>
          <ac:spMkLst>
            <pc:docMk/>
            <pc:sldMk cId="596267810" sldId="289"/>
            <ac:spMk id="4" creationId="{B8F3A8B1-BF83-8D2F-0F9C-D685F83D558E}"/>
          </ac:spMkLst>
        </pc:spChg>
        <pc:graphicFrameChg chg="add mod modGraphic">
          <ac:chgData name="Sarath V." userId="S::sarath.v@nestgroup.net::11759a50-5485-4f58-ac09-6b79d4ba9e0d" providerId="AD" clId="Web-{F33BE205-CA1D-E9E6-2DA5-F334D0575B1E}" dt="2026-06-16T12:20:40.256" v="629" actId="1076"/>
          <ac:graphicFrameMkLst>
            <pc:docMk/>
            <pc:sldMk cId="596267810" sldId="289"/>
            <ac:graphicFrameMk id="5" creationId="{6162A495-9BC7-581B-CACD-345C1E9D29F7}"/>
          </ac:graphicFrameMkLst>
        </pc:graphicFrameChg>
        <pc:graphicFrameChg chg="del">
          <ac:chgData name="Sarath V." userId="S::sarath.v@nestgroup.net::11759a50-5485-4f58-ac09-6b79d4ba9e0d" providerId="AD" clId="Web-{F33BE205-CA1D-E9E6-2DA5-F334D0575B1E}" dt="2026-06-16T12:20:32.552" v="626"/>
          <ac:graphicFrameMkLst>
            <pc:docMk/>
            <pc:sldMk cId="596267810" sldId="289"/>
            <ac:graphicFrameMk id="6" creationId="{ADAA7366-82CC-7345-4EF4-4DE8D16D83B1}"/>
          </ac:graphicFrameMkLst>
        </pc:graphicFrameChg>
        <pc:graphicFrameChg chg="add mod modGraphic">
          <ac:chgData name="Sarath V." userId="S::sarath.v@nestgroup.net::11759a50-5485-4f58-ac09-6b79d4ba9e0d" providerId="AD" clId="Web-{F33BE205-CA1D-E9E6-2DA5-F334D0575B1E}" dt="2026-06-16T12:21:07.365" v="638" actId="1076"/>
          <ac:graphicFrameMkLst>
            <pc:docMk/>
            <pc:sldMk cId="596267810" sldId="289"/>
            <ac:graphicFrameMk id="8" creationId="{41281B78-1C3C-98CE-BCDA-B21CCDFC9C8D}"/>
          </ac:graphicFrameMkLst>
        </pc:graphicFrameChg>
        <pc:graphicFrameChg chg="del">
          <ac:chgData name="Sarath V." userId="S::sarath.v@nestgroup.net::11759a50-5485-4f58-ac09-6b79d4ba9e0d" providerId="AD" clId="Web-{F33BE205-CA1D-E9E6-2DA5-F334D0575B1E}" dt="2026-06-16T12:20:54.865" v="635"/>
          <ac:graphicFrameMkLst>
            <pc:docMk/>
            <pc:sldMk cId="596267810" sldId="289"/>
            <ac:graphicFrameMk id="9" creationId="{A82FB4A1-2541-A9C7-DD00-4BE5706F4C2F}"/>
          </ac:graphicFrameMkLst>
        </pc:graphicFrameChg>
      </pc:sldChg>
      <pc:sldChg chg="addSp delSp modSp add replId">
        <pc:chgData name="Sarath V." userId="S::sarath.v@nestgroup.net::11759a50-5485-4f58-ac09-6b79d4ba9e0d" providerId="AD" clId="Web-{F33BE205-CA1D-E9E6-2DA5-F334D0575B1E}" dt="2026-06-16T12:22:19.586" v="661"/>
        <pc:sldMkLst>
          <pc:docMk/>
          <pc:sldMk cId="4225771547" sldId="290"/>
        </pc:sldMkLst>
        <pc:spChg chg="mod">
          <ac:chgData name="Sarath V." userId="S::sarath.v@nestgroup.net::11759a50-5485-4f58-ac09-6b79d4ba9e0d" providerId="AD" clId="Web-{F33BE205-CA1D-E9E6-2DA5-F334D0575B1E}" dt="2026-06-16T12:21:34.741" v="650" actId="20577"/>
          <ac:spMkLst>
            <pc:docMk/>
            <pc:sldMk cId="4225771547" sldId="290"/>
            <ac:spMk id="4" creationId="{63FD61AE-EB96-805C-FDF2-8D2BD0733741}"/>
          </ac:spMkLst>
        </pc:spChg>
        <pc:graphicFrameChg chg="del">
          <ac:chgData name="Sarath V." userId="S::sarath.v@nestgroup.net::11759a50-5485-4f58-ac09-6b79d4ba9e0d" providerId="AD" clId="Web-{F33BE205-CA1D-E9E6-2DA5-F334D0575B1E}" dt="2026-06-16T12:21:47.866" v="654"/>
          <ac:graphicFrameMkLst>
            <pc:docMk/>
            <pc:sldMk cId="4225771547" sldId="290"/>
            <ac:graphicFrameMk id="5" creationId="{82AF0690-33AA-ABC5-FB1E-51D90F87D1DC}"/>
          </ac:graphicFrameMkLst>
        </pc:graphicFrameChg>
        <pc:graphicFrameChg chg="add mod modGraphic">
          <ac:chgData name="Sarath V." userId="S::sarath.v@nestgroup.net::11759a50-5485-4f58-ac09-6b79d4ba9e0d" providerId="AD" clId="Web-{F33BE205-CA1D-E9E6-2DA5-F334D0575B1E}" dt="2026-06-16T12:21:55.757" v="655" actId="1076"/>
          <ac:graphicFrameMkLst>
            <pc:docMk/>
            <pc:sldMk cId="4225771547" sldId="290"/>
            <ac:graphicFrameMk id="6" creationId="{F0F27352-0A31-E5F1-65B4-ED197D85FB13}"/>
          </ac:graphicFrameMkLst>
        </pc:graphicFrameChg>
        <pc:graphicFrameChg chg="del">
          <ac:chgData name="Sarath V." userId="S::sarath.v@nestgroup.net::11759a50-5485-4f58-ac09-6b79d4ba9e0d" providerId="AD" clId="Web-{F33BE205-CA1D-E9E6-2DA5-F334D0575B1E}" dt="2026-06-16T12:22:06.367" v="656"/>
          <ac:graphicFrameMkLst>
            <pc:docMk/>
            <pc:sldMk cId="4225771547" sldId="290"/>
            <ac:graphicFrameMk id="8" creationId="{1E8E1325-F8D9-F1E1-31A1-9DE12A20CA7F}"/>
          </ac:graphicFrameMkLst>
        </pc:graphicFrameChg>
        <pc:graphicFrameChg chg="add mod modGraphic">
          <ac:chgData name="Sarath V." userId="S::sarath.v@nestgroup.net::11759a50-5485-4f58-ac09-6b79d4ba9e0d" providerId="AD" clId="Web-{F33BE205-CA1D-E9E6-2DA5-F334D0575B1E}" dt="2026-06-16T12:22:19.586" v="661"/>
          <ac:graphicFrameMkLst>
            <pc:docMk/>
            <pc:sldMk cId="4225771547" sldId="290"/>
            <ac:graphicFrameMk id="9" creationId="{378E82B2-0336-9E3E-3644-BC81F82490C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3390-FA87-D40B-BB89-5476484D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48B5-8CB3-10CE-6C8F-1767A485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The Failure Intelligence &amp; Self-Healing Layer is responsible for:</a:t>
            </a:r>
            <a:endParaRPr lang="en-US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Failure ingestion </a:t>
            </a:r>
            <a:endParaRPr lang="en-US" sz="3600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Failure classification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Root Cause Analysis (RCA)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AI-driven remediation recommendations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Automated remediation of eligible failures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Automated validation of remediation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Automated re-execution of impacted tests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Failure trend analysis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Knowledge base enrichment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CP7 validation</a:t>
            </a: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The objective is to minimize human intervention by automatically diagnosing and correcting failures wherever possible.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6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61AB-B809-A70F-C2C2-D5E5404D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B232-6C5A-1B23-AA17-4D30A0191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Primary Input: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Execution Result Package</a:t>
            </a:r>
            <a:endParaRPr lang="en-US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Produced by: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Execution Layer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Contains:</a:t>
            </a:r>
            <a:endParaRPr lang="en-US" sz="1800" dirty="0"/>
          </a:p>
          <a:p>
            <a:pPr marL="0" indent="0">
              <a:buNone/>
            </a:pPr>
            <a:r>
              <a:rPr lang="en-US" sz="1800">
                <a:latin typeface="Consolas"/>
              </a:rPr>
              <a:t>  </a:t>
            </a:r>
            <a:r>
              <a:rPr lang="en-US" sz="1800">
                <a:ea typeface="+mn-lt"/>
                <a:cs typeface="+mn-lt"/>
              </a:rPr>
              <a:t>Execution Report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 Execution Metrics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 Execution Logs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 Screenshots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 JUnit Results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 Cucumber Results</a:t>
            </a:r>
            <a:endParaRPr lang="en-US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 Evidence Package</a:t>
            </a:r>
            <a:endParaRPr lang="en-US"/>
          </a:p>
          <a:p>
            <a:pPr marL="0" indent="0">
              <a:buNone/>
            </a:pPr>
            <a:endParaRPr lang="en-US" sz="1800" dirty="0">
              <a:latin typeface="Consolas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2280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1E30-58FA-BADE-5B23-055389D1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Outputs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FFA7-2192-9287-425C-5BCE1BCB7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3231" cy="435133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/>
              <a:t>Work Product 1</a:t>
            </a:r>
          </a:p>
          <a:p>
            <a:r>
              <a:rPr lang="en-US">
                <a:ea typeface="+mn-lt"/>
                <a:cs typeface="+mn-lt"/>
              </a:rPr>
              <a:t>Failure Classification Report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/>
              <a:t>Work Product 2</a:t>
            </a:r>
          </a:p>
          <a:p>
            <a:r>
              <a:rPr lang="en-US">
                <a:ea typeface="+mn-lt"/>
                <a:cs typeface="+mn-lt"/>
              </a:rPr>
              <a:t>Root Cause Analysis Report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Work Product 3</a:t>
            </a:r>
          </a:p>
          <a:p>
            <a:r>
              <a:rPr lang="en-US">
                <a:ea typeface="+mn-lt"/>
                <a:cs typeface="+mn-lt"/>
              </a:rPr>
              <a:t>Remediation Recommendation Report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/>
              <a:t>Work Product 4</a:t>
            </a:r>
          </a:p>
          <a:p>
            <a:r>
              <a:rPr lang="en-US">
                <a:ea typeface="+mn-lt"/>
                <a:cs typeface="+mn-lt"/>
              </a:rPr>
              <a:t>Auto Remediation Report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891951-B4CD-178A-9CB8-1A20CE33F46F}"/>
              </a:ext>
            </a:extLst>
          </p:cNvPr>
          <p:cNvSpPr txBox="1">
            <a:spLocks/>
          </p:cNvSpPr>
          <p:nvPr/>
        </p:nvSpPr>
        <p:spPr>
          <a:xfrm>
            <a:off x="6094956" y="1487422"/>
            <a:ext cx="486323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Work Product 5</a:t>
            </a:r>
          </a:p>
          <a:p>
            <a:r>
              <a:rPr lang="en-US" sz="2200">
                <a:ea typeface="+mn-lt"/>
                <a:cs typeface="+mn-lt"/>
              </a:rPr>
              <a:t>Re-Execution Report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Work Product 6</a:t>
            </a:r>
          </a:p>
          <a:p>
            <a:r>
              <a:rPr lang="en-US" sz="2200">
                <a:ea typeface="+mn-lt"/>
                <a:cs typeface="+mn-lt"/>
              </a:rPr>
              <a:t>Failure Trends Report</a:t>
            </a:r>
            <a:endParaRPr lang="en-US" sz="2200"/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/>
              <a:t>Work Product 7</a:t>
            </a:r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CP7 Validation Report</a:t>
            </a:r>
          </a:p>
          <a:p>
            <a:pPr>
              <a:buFont typeface="Arial"/>
              <a:buChar char="•"/>
            </a:pPr>
            <a:endParaRPr lang="en-US" sz="2200" dirty="0"/>
          </a:p>
          <a:p>
            <a:pPr marL="0" indent="0">
              <a:buNone/>
            </a:pPr>
            <a:r>
              <a:rPr lang="en-US" sz="2200"/>
              <a:t>Final Output</a:t>
            </a:r>
          </a:p>
          <a:p>
            <a:pPr>
              <a:buFont typeface="Arial"/>
            </a:pPr>
            <a:r>
              <a:rPr lang="en-US" sz="2200">
                <a:ea typeface="+mn-lt"/>
                <a:cs typeface="+mn-lt"/>
              </a:rPr>
              <a:t>Failure Intelligence Package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2200" dirty="0">
              <a:ea typeface="+mn-lt"/>
              <a:cs typeface="+mn-lt"/>
            </a:endParaRPr>
          </a:p>
          <a:p>
            <a:endParaRPr lang="en-US" sz="22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9944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D37C-7AFA-9570-B067-D276C645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High Level Flow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CA17B-9764-1CF7-1830-8F1586DBEE65}"/>
              </a:ext>
            </a:extLst>
          </p:cNvPr>
          <p:cNvSpPr/>
          <p:nvPr/>
        </p:nvSpPr>
        <p:spPr>
          <a:xfrm>
            <a:off x="4971584" y="1582744"/>
            <a:ext cx="1565589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Failure Classification Engine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7C99C8-A486-0439-8F0A-458B6CAC11EB}"/>
              </a:ext>
            </a:extLst>
          </p:cNvPr>
          <p:cNvSpPr/>
          <p:nvPr/>
        </p:nvSpPr>
        <p:spPr>
          <a:xfrm>
            <a:off x="6892241" y="1577524"/>
            <a:ext cx="1680410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Azure OpenAI RCA Engine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7A3CF-CB53-8DAB-5B8D-C125F44A8F03}"/>
              </a:ext>
            </a:extLst>
          </p:cNvPr>
          <p:cNvSpPr/>
          <p:nvPr/>
        </p:nvSpPr>
        <p:spPr>
          <a:xfrm>
            <a:off x="9079076" y="1577523"/>
            <a:ext cx="1816264" cy="1094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Recommendation Engine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882DD-5574-569C-D91B-7E9C8FA8579A}"/>
              </a:ext>
            </a:extLst>
          </p:cNvPr>
          <p:cNvSpPr/>
          <p:nvPr/>
        </p:nvSpPr>
        <p:spPr>
          <a:xfrm>
            <a:off x="9084297" y="3169372"/>
            <a:ext cx="1811045" cy="1078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Auto Remediation Engine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7F2221-6128-67EA-3E30-7E13BBB092D1}"/>
              </a:ext>
            </a:extLst>
          </p:cNvPr>
          <p:cNvSpPr/>
          <p:nvPr/>
        </p:nvSpPr>
        <p:spPr>
          <a:xfrm>
            <a:off x="9073856" y="4728504"/>
            <a:ext cx="1821483" cy="11268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Remediation Validation Engine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199168-7D25-279D-8ADA-E06BFE653BFC}"/>
              </a:ext>
            </a:extLst>
          </p:cNvPr>
          <p:cNvSpPr/>
          <p:nvPr/>
        </p:nvSpPr>
        <p:spPr>
          <a:xfrm>
            <a:off x="4971581" y="4662056"/>
            <a:ext cx="1549931" cy="117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Trend Analysis &amp; Knowledge Base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361FFD-8D98-47EB-0F74-E6F510DB1593}"/>
              </a:ext>
            </a:extLst>
          </p:cNvPr>
          <p:cNvSpPr/>
          <p:nvPr/>
        </p:nvSpPr>
        <p:spPr>
          <a:xfrm>
            <a:off x="6892237" y="4667274"/>
            <a:ext cx="1685629" cy="117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Targeted 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1600">
                <a:ea typeface="+mn-lt"/>
                <a:cs typeface="+mn-lt"/>
              </a:rPr>
              <a:t>Re-Execution Engine</a:t>
            </a:r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488F765-FE18-388A-CC22-C00B76A7F65D}"/>
              </a:ext>
            </a:extLst>
          </p:cNvPr>
          <p:cNvSpPr/>
          <p:nvPr/>
        </p:nvSpPr>
        <p:spPr>
          <a:xfrm>
            <a:off x="6507490" y="1875182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89FED06-0611-9B4D-03EE-A6CC7BCCFBC1}"/>
              </a:ext>
            </a:extLst>
          </p:cNvPr>
          <p:cNvSpPr/>
          <p:nvPr/>
        </p:nvSpPr>
        <p:spPr>
          <a:xfrm>
            <a:off x="8574284" y="1880400"/>
            <a:ext cx="495821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3386491-EF98-5308-B55D-974E6E1CFBE7}"/>
              </a:ext>
            </a:extLst>
          </p:cNvPr>
          <p:cNvSpPr/>
          <p:nvPr/>
        </p:nvSpPr>
        <p:spPr>
          <a:xfrm rot="5400000">
            <a:off x="9821900" y="2866823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A78D0E7-6E7C-E398-4D1B-ADFFF5058407}"/>
              </a:ext>
            </a:extLst>
          </p:cNvPr>
          <p:cNvSpPr/>
          <p:nvPr/>
        </p:nvSpPr>
        <p:spPr>
          <a:xfrm rot="10800000">
            <a:off x="8616035" y="5518164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E970E82-0366-7BA0-5B3B-7EB65F3EB529}"/>
              </a:ext>
            </a:extLst>
          </p:cNvPr>
          <p:cNvSpPr/>
          <p:nvPr/>
        </p:nvSpPr>
        <p:spPr>
          <a:xfrm rot="10800000">
            <a:off x="6528363" y="5518161"/>
            <a:ext cx="360122" cy="1205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8BBC3BD-2B0C-3054-1A72-F2741BB98F91}"/>
              </a:ext>
            </a:extLst>
          </p:cNvPr>
          <p:cNvSpPr/>
          <p:nvPr/>
        </p:nvSpPr>
        <p:spPr>
          <a:xfrm rot="5400000">
            <a:off x="9827586" y="4406480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05A878-8729-F69D-6E5D-6D311BD05F2E}"/>
              </a:ext>
            </a:extLst>
          </p:cNvPr>
          <p:cNvSpPr/>
          <p:nvPr/>
        </p:nvSpPr>
        <p:spPr>
          <a:xfrm>
            <a:off x="985300" y="1588430"/>
            <a:ext cx="1565589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Execution Result Package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CCADBF-4D04-B735-9BC2-36CCB773D10C}"/>
              </a:ext>
            </a:extLst>
          </p:cNvPr>
          <p:cNvSpPr/>
          <p:nvPr/>
        </p:nvSpPr>
        <p:spPr>
          <a:xfrm>
            <a:off x="2905957" y="1583210"/>
            <a:ext cx="1680410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Failure Ingestion Engine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B3080-17D9-353F-204C-6D99B82AB142}"/>
              </a:ext>
            </a:extLst>
          </p:cNvPr>
          <p:cNvSpPr/>
          <p:nvPr/>
        </p:nvSpPr>
        <p:spPr>
          <a:xfrm>
            <a:off x="985297" y="4667742"/>
            <a:ext cx="1549931" cy="117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Failure Intelligence Package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49A073-C727-A028-7AB5-DC8C07654810}"/>
              </a:ext>
            </a:extLst>
          </p:cNvPr>
          <p:cNvSpPr/>
          <p:nvPr/>
        </p:nvSpPr>
        <p:spPr>
          <a:xfrm>
            <a:off x="2905953" y="4672960"/>
            <a:ext cx="1685629" cy="117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CP7 Validation</a:t>
            </a:r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44CB6C4-196D-2343-99E5-FD5DE9CC3F81}"/>
              </a:ext>
            </a:extLst>
          </p:cNvPr>
          <p:cNvSpPr/>
          <p:nvPr/>
        </p:nvSpPr>
        <p:spPr>
          <a:xfrm>
            <a:off x="2521206" y="1880868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B82A71F-9FAA-5B0A-7E7A-C8FF3C8D1940}"/>
              </a:ext>
            </a:extLst>
          </p:cNvPr>
          <p:cNvSpPr/>
          <p:nvPr/>
        </p:nvSpPr>
        <p:spPr>
          <a:xfrm rot="10800000">
            <a:off x="2542079" y="5523847"/>
            <a:ext cx="360122" cy="1205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81F8D9C-EC84-89A3-4DFA-5316D448549F}"/>
              </a:ext>
            </a:extLst>
          </p:cNvPr>
          <p:cNvSpPr/>
          <p:nvPr/>
        </p:nvSpPr>
        <p:spPr>
          <a:xfrm>
            <a:off x="4608177" y="1880867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AFAD697-3E7D-B284-BDA0-8A02E4FBF12E}"/>
              </a:ext>
            </a:extLst>
          </p:cNvPr>
          <p:cNvSpPr/>
          <p:nvPr/>
        </p:nvSpPr>
        <p:spPr>
          <a:xfrm rot="10800000">
            <a:off x="4629050" y="5529533"/>
            <a:ext cx="360122" cy="1205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F3E9-C6E2-6A8B-A44D-4C5A9364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Design Principle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228B-D27A-2C80-036D-611D2886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Diagnose → Fix → Validate → Re-Execute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The platform should not stop after generating recommendations.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Expected Flow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60B37-FD08-CFD6-78BA-F8FF8D358525}"/>
              </a:ext>
            </a:extLst>
          </p:cNvPr>
          <p:cNvSpPr/>
          <p:nvPr/>
        </p:nvSpPr>
        <p:spPr>
          <a:xfrm>
            <a:off x="939807" y="3703833"/>
            <a:ext cx="1565589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Failure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6E803-4809-9C30-8A23-01396ACFE57C}"/>
              </a:ext>
            </a:extLst>
          </p:cNvPr>
          <p:cNvSpPr/>
          <p:nvPr/>
        </p:nvSpPr>
        <p:spPr>
          <a:xfrm>
            <a:off x="2860464" y="3698613"/>
            <a:ext cx="1680410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Classification</a:t>
            </a:r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8C97961-9CF2-B3A1-996E-28363716B8D5}"/>
              </a:ext>
            </a:extLst>
          </p:cNvPr>
          <p:cNvSpPr/>
          <p:nvPr/>
        </p:nvSpPr>
        <p:spPr>
          <a:xfrm>
            <a:off x="2475713" y="3996271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5506CF-AC2D-0436-F7E6-2CFC131BD3B5}"/>
              </a:ext>
            </a:extLst>
          </p:cNvPr>
          <p:cNvSpPr/>
          <p:nvPr/>
        </p:nvSpPr>
        <p:spPr>
          <a:xfrm>
            <a:off x="4914717" y="3698146"/>
            <a:ext cx="1565589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RCA</a:t>
            </a:r>
            <a:endParaRPr lang="en-US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7F64F0-44E1-D146-779F-CB8F04EE4B4F}"/>
              </a:ext>
            </a:extLst>
          </p:cNvPr>
          <p:cNvSpPr/>
          <p:nvPr/>
        </p:nvSpPr>
        <p:spPr>
          <a:xfrm>
            <a:off x="6835374" y="3692926"/>
            <a:ext cx="1805513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ea typeface="+mn-lt"/>
                <a:cs typeface="+mn-lt"/>
              </a:rPr>
              <a:t>Recommen</a:t>
            </a:r>
            <a:r>
              <a:rPr lang="en-US" sz="1600">
                <a:ea typeface="+mn-lt"/>
                <a:cs typeface="+mn-lt"/>
              </a:rPr>
              <a:t>dation</a:t>
            </a:r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DDE4B56-E20A-15D1-F7ED-DE4B7E9D4D2F}"/>
              </a:ext>
            </a:extLst>
          </p:cNvPr>
          <p:cNvSpPr/>
          <p:nvPr/>
        </p:nvSpPr>
        <p:spPr>
          <a:xfrm>
            <a:off x="6450623" y="3990584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99C76D2-D097-C471-C402-741C2CF2A36A}"/>
              </a:ext>
            </a:extLst>
          </p:cNvPr>
          <p:cNvSpPr/>
          <p:nvPr/>
        </p:nvSpPr>
        <p:spPr>
          <a:xfrm>
            <a:off x="4545623" y="4001957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37668E-A48D-3F9F-7D81-5C955834B99D}"/>
              </a:ext>
            </a:extLst>
          </p:cNvPr>
          <p:cNvSpPr/>
          <p:nvPr/>
        </p:nvSpPr>
        <p:spPr>
          <a:xfrm>
            <a:off x="956867" y="5324504"/>
            <a:ext cx="1565589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Success / Human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28B292-4905-B4BE-4A10-14F98CAEC9DC}"/>
              </a:ext>
            </a:extLst>
          </p:cNvPr>
          <p:cNvSpPr/>
          <p:nvPr/>
        </p:nvSpPr>
        <p:spPr>
          <a:xfrm>
            <a:off x="2877524" y="5319284"/>
            <a:ext cx="1680410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Re execution</a:t>
            </a:r>
            <a:endParaRPr lang="en-US" sz="160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EA195A9-863A-B2BB-7921-EDA6D996A792}"/>
              </a:ext>
            </a:extLst>
          </p:cNvPr>
          <p:cNvSpPr/>
          <p:nvPr/>
        </p:nvSpPr>
        <p:spPr>
          <a:xfrm rot="10800000">
            <a:off x="2492773" y="5616942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C68EAF-5BA3-AD42-BE09-2398DF144660}"/>
              </a:ext>
            </a:extLst>
          </p:cNvPr>
          <p:cNvSpPr/>
          <p:nvPr/>
        </p:nvSpPr>
        <p:spPr>
          <a:xfrm>
            <a:off x="4931777" y="5318817"/>
            <a:ext cx="1565589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Validation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434641-0669-92CE-D372-E09A14020F52}"/>
              </a:ext>
            </a:extLst>
          </p:cNvPr>
          <p:cNvSpPr/>
          <p:nvPr/>
        </p:nvSpPr>
        <p:spPr>
          <a:xfrm>
            <a:off x="6852434" y="5313597"/>
            <a:ext cx="1788454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Auto Fix</a:t>
            </a:r>
            <a:endParaRPr lang="en-US" sz="160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C0B384A-487B-A697-3B7E-0AD60F806BD6}"/>
              </a:ext>
            </a:extLst>
          </p:cNvPr>
          <p:cNvSpPr/>
          <p:nvPr/>
        </p:nvSpPr>
        <p:spPr>
          <a:xfrm rot="10800000">
            <a:off x="6467683" y="5611255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8FB9BD1-0AB8-EAF8-43C6-DE9BF7E602D0}"/>
              </a:ext>
            </a:extLst>
          </p:cNvPr>
          <p:cNvSpPr/>
          <p:nvPr/>
        </p:nvSpPr>
        <p:spPr>
          <a:xfrm rot="10800000">
            <a:off x="4562683" y="5622628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83DDBBC-68AA-AEF6-0DCC-C70AE7FBA984}"/>
              </a:ext>
            </a:extLst>
          </p:cNvPr>
          <p:cNvSpPr/>
          <p:nvPr/>
        </p:nvSpPr>
        <p:spPr>
          <a:xfrm rot="5400000">
            <a:off x="7499795" y="4971516"/>
            <a:ext cx="517477" cy="1366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6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14A3-6076-720F-90C3-862FD1DA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Components</a:t>
            </a:r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33F2E09-7DF2-0958-B0E8-8A9034015D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754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889753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34550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635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Ingestion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Reads execution artifacts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108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Parser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Extracts failures from logs and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367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Classification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Categorizes failures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29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 OpenAI RCA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Performs root cause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91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Remediation Recommendation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676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 Remediation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Applies eligible fixes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401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Remediation 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Validates generated fixes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93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Targeted Re-Execution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Re-runs impacted tests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261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Trend Analyzer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Identifies recurring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986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Knowledge Base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reusable remediation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885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CP7 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Validates failure handling lifecycle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209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Produces intelligence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72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2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7971-1E7C-6131-EB60-1E742F18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Failure Classification Engine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64DFD41-64DF-A22A-E6D5-4FBF1CDE5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255932"/>
              </p:ext>
            </p:extLst>
          </p:nvPr>
        </p:nvGraphicFramePr>
        <p:xfrm>
          <a:off x="839611" y="1452598"/>
          <a:ext cx="12192000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21464129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977032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Auto-Fix Eligible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04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Locator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053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Synchronization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482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Duplicate Step 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233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 Code Smell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30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Data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424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Configuration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165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Assertion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591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Application Defect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31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 Defect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325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Infrastructure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81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21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A737-DA9E-3EA7-2DE1-5A1C27C7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Azure OpenAI RCA Engine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20168E-7B8E-7D86-C234-61063AAF80DC}"/>
              </a:ext>
            </a:extLst>
          </p:cNvPr>
          <p:cNvSpPr txBox="1">
            <a:spLocks/>
          </p:cNvSpPr>
          <p:nvPr/>
        </p:nvSpPr>
        <p:spPr>
          <a:xfrm>
            <a:off x="950163" y="1824488"/>
            <a:ext cx="4805188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/>
              <a:t>Responsibilities</a:t>
            </a: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Determine root cause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Assign confidence score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Assign ownership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Generate remediation candidates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Determine remediation eligibility</a:t>
            </a:r>
            <a:endParaRPr lang="en-US"/>
          </a:p>
          <a:p>
            <a:pPr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6AFB08-7B95-2B98-36FA-89B3FA8BA8DA}"/>
              </a:ext>
            </a:extLst>
          </p:cNvPr>
          <p:cNvSpPr txBox="1">
            <a:spLocks/>
          </p:cNvSpPr>
          <p:nvPr/>
        </p:nvSpPr>
        <p:spPr>
          <a:xfrm>
            <a:off x="6550379" y="1823435"/>
            <a:ext cx="4805188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/>
              <a:t>Sample Output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failureId</a:t>
            </a:r>
            <a:r>
              <a:rPr lang="en-US" dirty="0">
                <a:ea typeface="+mn-lt"/>
                <a:cs typeface="+mn-lt"/>
              </a:rPr>
              <a:t>": "FAIL-001",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 "category": "LOCATOR_FAILURE",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rootCause</a:t>
            </a:r>
            <a:r>
              <a:rPr lang="en-US" dirty="0">
                <a:ea typeface="+mn-lt"/>
                <a:cs typeface="+mn-lt"/>
              </a:rPr>
              <a:t>": "Checkout button locator changed",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 "confidence": 0.92,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autoRemediationEligible</a:t>
            </a:r>
            <a:r>
              <a:rPr lang="en-US" dirty="0">
                <a:ea typeface="+mn-lt"/>
                <a:cs typeface="+mn-lt"/>
              </a:rPr>
              <a:t>": true,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 "owner": "Automation Team"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9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513A-78F2-3744-EB04-AF36D267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Remediation Recommendation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90425-7797-EADB-83D3-D68A007DA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91535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/>
              <a:t>Responsibilities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Generate structured fixes.</a:t>
            </a:r>
            <a:endParaRPr lang="en-US">
              <a:ea typeface="+mn-lt"/>
              <a:cs typeface="+mn-lt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Example: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{</a:t>
            </a:r>
            <a:endParaRPr lang="en-US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 "</a:t>
            </a:r>
            <a:r>
              <a:rPr lang="en-US" sz="2000" dirty="0" err="1">
                <a:ea typeface="+mn-lt"/>
                <a:cs typeface="+mn-lt"/>
              </a:rPr>
              <a:t>failureId</a:t>
            </a:r>
            <a:r>
              <a:rPr lang="en-US" sz="2000" dirty="0">
                <a:ea typeface="+mn-lt"/>
                <a:cs typeface="+mn-lt"/>
              </a:rPr>
              <a:t>": "FAIL-001",</a:t>
            </a:r>
            <a:endParaRPr lang="en-US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"recommendation": "Update checkout button locator using data-test attribute",</a:t>
            </a:r>
            <a:endParaRPr lang="en-US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 "</a:t>
            </a:r>
            <a:r>
              <a:rPr lang="en-US" sz="2000" dirty="0" err="1">
                <a:ea typeface="+mn-lt"/>
                <a:cs typeface="+mn-lt"/>
              </a:rPr>
              <a:t>targetAsset</a:t>
            </a:r>
            <a:r>
              <a:rPr lang="en-US" sz="2000" dirty="0">
                <a:ea typeface="+mn-lt"/>
                <a:cs typeface="+mn-lt"/>
              </a:rPr>
              <a:t>": "CheckoutPage.java",</a:t>
            </a:r>
            <a:endParaRPr lang="en-US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 "</a:t>
            </a:r>
            <a:r>
              <a:rPr lang="en-US" sz="2000" dirty="0" err="1">
                <a:ea typeface="+mn-lt"/>
                <a:cs typeface="+mn-lt"/>
              </a:rPr>
              <a:t>remediationType</a:t>
            </a:r>
            <a:r>
              <a:rPr lang="en-US" sz="2000" dirty="0">
                <a:ea typeface="+mn-lt"/>
                <a:cs typeface="+mn-lt"/>
              </a:rPr>
              <a:t>": "LOCATOR_UPDATE"</a:t>
            </a:r>
            <a:endParaRPr lang="en-US" dirty="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}</a:t>
            </a:r>
            <a:endParaRPr lang="en-US"/>
          </a:p>
          <a:p>
            <a:pPr marL="0" indent="0">
              <a:spcBef>
                <a:spcPct val="0"/>
              </a:spcBef>
              <a:buNone/>
            </a:pPr>
            <a:endParaRPr lang="en-US" sz="2000" dirty="0"/>
          </a:p>
          <a:p>
            <a:pPr>
              <a:buNone/>
            </a:pPr>
            <a:endParaRPr lang="en-US" sz="2000" dirty="0">
              <a:latin typeface="Aptos Display"/>
            </a:endParaRPr>
          </a:p>
          <a:p>
            <a:pPr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8433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72F-3992-5C64-68E3-BD7F50FA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Auto Remediation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155C-AB87-090C-E8FA-DC665638A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/>
              <a:t>Purpose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Apply AI-generated fixes automatically.</a:t>
            </a:r>
          </a:p>
          <a:p>
            <a:pPr>
              <a:buNone/>
            </a:pPr>
            <a:endParaRPr lang="en-US" sz="16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Supported Remediations</a:t>
            </a:r>
          </a:p>
          <a:p>
            <a:r>
              <a:rPr lang="en-US" sz="1600">
                <a:ea typeface="+mn-lt"/>
                <a:cs typeface="+mn-lt"/>
              </a:rPr>
              <a:t>Locator Repair </a:t>
            </a:r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 Broken Locator       Generate Updated Locator        Update Page Object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Synchronization Repair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 Timeout Failure       Generate Wait Strategy       Update Utility Class</a:t>
            </a:r>
            <a:endParaRPr lang="en-US" sz="1600" dirty="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Duplicate Step Repair</a:t>
            </a:r>
            <a:endParaRPr lang="en-US" sz="1600" dirty="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 Duplicate Step       Merge Definitions       Update Step Class</a:t>
            </a:r>
            <a:endParaRPr lang="en-US" sz="1600" dirty="0"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Sonar Remediation</a:t>
            </a:r>
            <a:endParaRPr lang="en-US" sz="1600" dirty="0"/>
          </a:p>
          <a:p>
            <a:pPr marL="0" indent="0">
              <a:buNone/>
            </a:pPr>
            <a:r>
              <a:rPr lang="en-US" sz="1600"/>
              <a:t> </a:t>
            </a:r>
            <a:r>
              <a:rPr lang="en-US" sz="1600">
                <a:ea typeface="+mn-lt"/>
                <a:cs typeface="+mn-lt"/>
              </a:rPr>
              <a:t>Code Smell</a:t>
            </a:r>
            <a:r>
              <a:rPr lang="en-US" sz="1600" dirty="0"/>
              <a:t>      </a:t>
            </a:r>
            <a:r>
              <a:rPr lang="en-US" sz="1600">
                <a:ea typeface="+mn-lt"/>
                <a:cs typeface="+mn-lt"/>
              </a:rPr>
              <a:t>Copilot Refactoring Prompt</a:t>
            </a:r>
            <a:r>
              <a:rPr lang="en-US" sz="1600" dirty="0"/>
              <a:t>       </a:t>
            </a:r>
            <a:r>
              <a:rPr lang="en-US" sz="1600">
                <a:ea typeface="+mn-lt"/>
                <a:cs typeface="+mn-lt"/>
              </a:rPr>
              <a:t>Updated Code</a:t>
            </a:r>
          </a:p>
          <a:p>
            <a:pPr>
              <a:buNone/>
            </a:pPr>
            <a:endParaRPr lang="en-US" sz="160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FE570C0-443D-A4A8-6786-AB62C0B3A2DC}"/>
              </a:ext>
            </a:extLst>
          </p:cNvPr>
          <p:cNvSpPr/>
          <p:nvPr/>
        </p:nvSpPr>
        <p:spPr>
          <a:xfrm>
            <a:off x="2502089" y="3639401"/>
            <a:ext cx="204716" cy="108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1BD7F6D-41C0-BF78-3EA5-DDE215ED2A20}"/>
              </a:ext>
            </a:extLst>
          </p:cNvPr>
          <p:cNvSpPr/>
          <p:nvPr/>
        </p:nvSpPr>
        <p:spPr>
          <a:xfrm>
            <a:off x="5152029" y="3639401"/>
            <a:ext cx="204716" cy="108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B79B901-92E3-71DB-CB85-E86C2F8F986E}"/>
              </a:ext>
            </a:extLst>
          </p:cNvPr>
          <p:cNvSpPr/>
          <p:nvPr/>
        </p:nvSpPr>
        <p:spPr>
          <a:xfrm>
            <a:off x="2524835" y="4327475"/>
            <a:ext cx="204716" cy="108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B0884B0-4586-B578-20F2-36DA0DD8B528}"/>
              </a:ext>
            </a:extLst>
          </p:cNvPr>
          <p:cNvSpPr/>
          <p:nvPr/>
        </p:nvSpPr>
        <p:spPr>
          <a:xfrm>
            <a:off x="4816522" y="4327475"/>
            <a:ext cx="204716" cy="108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CE8C0A9-60FF-872D-164D-44EBF80126FB}"/>
              </a:ext>
            </a:extLst>
          </p:cNvPr>
          <p:cNvSpPr/>
          <p:nvPr/>
        </p:nvSpPr>
        <p:spPr>
          <a:xfrm>
            <a:off x="2502089" y="5015549"/>
            <a:ext cx="204716" cy="108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0B3AC1B-9C20-AF02-D2D6-F787EFDC78A9}"/>
              </a:ext>
            </a:extLst>
          </p:cNvPr>
          <p:cNvSpPr/>
          <p:nvPr/>
        </p:nvSpPr>
        <p:spPr>
          <a:xfrm>
            <a:off x="4299044" y="5015549"/>
            <a:ext cx="204716" cy="108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56EB360-A72F-E40C-533E-CE7688092A0D}"/>
              </a:ext>
            </a:extLst>
          </p:cNvPr>
          <p:cNvSpPr/>
          <p:nvPr/>
        </p:nvSpPr>
        <p:spPr>
          <a:xfrm>
            <a:off x="2177954" y="5692250"/>
            <a:ext cx="204716" cy="108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4BD885-AAA6-EBF4-4EEF-DB3E49F5B968}"/>
              </a:ext>
            </a:extLst>
          </p:cNvPr>
          <p:cNvSpPr/>
          <p:nvPr/>
        </p:nvSpPr>
        <p:spPr>
          <a:xfrm>
            <a:off x="4816521" y="5692250"/>
            <a:ext cx="204716" cy="108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0414A7-A108-E9EB-D887-B2573A0DC406}"/>
              </a:ext>
            </a:extLst>
          </p:cNvPr>
          <p:cNvSpPr txBox="1"/>
          <p:nvPr/>
        </p:nvSpPr>
        <p:spPr>
          <a:xfrm>
            <a:off x="7608626" y="1762836"/>
            <a:ext cx="384411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Output</a:t>
            </a:r>
          </a:p>
          <a:p>
            <a:endParaRPr lang="en-US" dirty="0"/>
          </a:p>
          <a:p>
            <a:r>
              <a:rPr lang="en-US" dirty="0">
                <a:latin typeface="Consolas"/>
              </a:rPr>
              <a:t>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remediationApplied</a:t>
            </a:r>
            <a:r>
              <a:rPr lang="en-US" dirty="0">
                <a:latin typeface="Consolas"/>
              </a:rPr>
              <a:t>": true,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targetAsset</a:t>
            </a:r>
            <a:r>
              <a:rPr lang="en-US" dirty="0">
                <a:latin typeface="Consolas"/>
              </a:rPr>
              <a:t>": "CheckoutPage.java",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fixType</a:t>
            </a:r>
            <a:r>
              <a:rPr lang="en-US" dirty="0">
                <a:latin typeface="Consolas"/>
              </a:rPr>
              <a:t>": "LOCATOR_UPDATE"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805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329F-D3D3-B9EA-3D7C-5F8259CB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Remediation Validation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4D36E-94B4-D357-7314-E945CEA7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/>
              <a:t>Purpose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Ensure generated fix is safe before re-execution.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Checks:</a:t>
            </a:r>
            <a:endParaRPr lang="en-US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>
              <a:latin typeface="Aptos"/>
            </a:endParaRPr>
          </a:p>
          <a:p>
            <a:pPr>
              <a:buNone/>
            </a:pPr>
            <a:endParaRPr lang="en-US" dirty="0">
              <a:latin typeface="Apto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832629-8A14-6FA3-8AB1-50FE9F704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25294"/>
              </p:ext>
            </p:extLst>
          </p:nvPr>
        </p:nvGraphicFramePr>
        <p:xfrm>
          <a:off x="839611" y="3996267"/>
          <a:ext cx="7394184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97092">
                  <a:extLst>
                    <a:ext uri="{9D8B030D-6E8A-4147-A177-3AD203B41FA5}">
                      <a16:colId xmlns:a16="http://schemas.microsoft.com/office/drawing/2014/main" val="3877120769"/>
                    </a:ext>
                  </a:extLst>
                </a:gridCol>
                <a:gridCol w="3697092">
                  <a:extLst>
                    <a:ext uri="{9D8B030D-6E8A-4147-A177-3AD203B41FA5}">
                      <a16:colId xmlns:a16="http://schemas.microsoft.com/office/drawing/2014/main" val="1563724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09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Compile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Code compiles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615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Locator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Locator resolves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18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Quality maintained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111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Syntax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syntax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0980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BB3FB4-9D34-40AD-5F61-DA0DDAF56C8A}"/>
              </a:ext>
            </a:extLst>
          </p:cNvPr>
          <p:cNvSpPr txBox="1"/>
          <p:nvPr/>
        </p:nvSpPr>
        <p:spPr>
          <a:xfrm>
            <a:off x="7733732" y="4003343"/>
            <a:ext cx="341193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+mn-lt"/>
                <a:cs typeface="+mn-lt"/>
              </a:rPr>
              <a:t>Output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  "</a:t>
            </a:r>
            <a:r>
              <a:rPr lang="en-US" dirty="0" err="1">
                <a:ea typeface="+mn-lt"/>
                <a:cs typeface="+mn-lt"/>
              </a:rPr>
              <a:t>validationStatus</a:t>
            </a:r>
            <a:r>
              <a:rPr lang="en-US" dirty="0">
                <a:ea typeface="+mn-lt"/>
                <a:cs typeface="+mn-lt"/>
              </a:rPr>
              <a:t>":    "PASSED"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3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FB378-76A1-C84A-F168-F549F4B3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E63B-D8B0-6B05-3A01-4751663D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Targeted Re-Execution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7261-CB02-6226-D839-D586F7023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9378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/>
              <a:t>Purpose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Re-run only impacted tests.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Avoid running the entire suite</a:t>
            </a:r>
            <a:endParaRPr lang="en-US"/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Prefer: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Run Failed Scenario</a:t>
            </a:r>
          </a:p>
          <a:p>
            <a:r>
              <a:rPr lang="en-US">
                <a:ea typeface="+mn-lt"/>
                <a:cs typeface="+mn-lt"/>
              </a:rPr>
              <a:t>Run Failed Feature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Run Impacted Tests</a:t>
            </a:r>
          </a:p>
          <a:p>
            <a:pPr>
              <a:buNone/>
            </a:pPr>
            <a:endParaRPr lang="en-US" dirty="0">
              <a:latin typeface="Apto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8AC897-B33C-5D57-E836-C448F8EBAE8D}"/>
              </a:ext>
            </a:extLst>
          </p:cNvPr>
          <p:cNvSpPr txBox="1">
            <a:spLocks/>
          </p:cNvSpPr>
          <p:nvPr/>
        </p:nvSpPr>
        <p:spPr>
          <a:xfrm>
            <a:off x="6455391" y="1824488"/>
            <a:ext cx="4899378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/>
              <a:t>Example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reExecutedTests</a:t>
            </a:r>
            <a:r>
              <a:rPr lang="en-US" dirty="0">
                <a:ea typeface="+mn-lt"/>
                <a:cs typeface="+mn-lt"/>
              </a:rPr>
              <a:t>": 3,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 "passed": 3,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 "failed": 0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24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CEEEB-E272-63DA-97B6-12C99217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385F-81F4-E4A9-73BA-4CF9064F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Trend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E748-2326-1C62-F420-FE5C4B942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/>
              <a:t>Metrics</a:t>
            </a: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Top failure categories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Recurring failures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Most common remediation 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Flaky tests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Failure hotspots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Auto-remediation success rate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9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C1B2-513A-EFD2-7C51-0BC1C79C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B86D-BBC9-5A5F-8059-DB536EDC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Knowledge Base Builder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D3707-E30F-9308-A3BC-A446F231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/>
              <a:t>Purpose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To store 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Failure Pattern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Root Cause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Remediation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Validation Outcome</a:t>
            </a:r>
            <a:endParaRPr lang="en-US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Future failures can be matched before invoking Azure OpenAI.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1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C29A-0152-23E2-9F74-A4827BB2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1296-EF33-0E0C-3104-9637FEEE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CP7 Validation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15BB5-4EE5-2ADD-A44C-769865BD4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/>
              <a:t>Purpose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Validate complete failure lifecycle.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F3E7B7-DFBD-2D27-2B25-4D341A718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433029"/>
              </p:ext>
            </p:extLst>
          </p:nvPr>
        </p:nvGraphicFramePr>
        <p:xfrm>
          <a:off x="839611" y="2940191"/>
          <a:ext cx="8650082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25041">
                  <a:extLst>
                    <a:ext uri="{9D8B030D-6E8A-4147-A177-3AD203B41FA5}">
                      <a16:colId xmlns:a16="http://schemas.microsoft.com/office/drawing/2014/main" val="2872235118"/>
                    </a:ext>
                  </a:extLst>
                </a:gridCol>
                <a:gridCol w="4325041">
                  <a:extLst>
                    <a:ext uri="{9D8B030D-6E8A-4147-A177-3AD203B41FA5}">
                      <a16:colId xmlns:a16="http://schemas.microsoft.com/office/drawing/2014/main" val="6923452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48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Classified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644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RCA Generated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789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Recommendation Generated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618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Remediation Eligibility Determined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36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 Remediation Attempted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 (when eligible)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 Executed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4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Re-Execution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81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Knowledge Base Updated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8812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A26FC8C-C90E-EA9C-C60F-D190C0FB68CE}"/>
              </a:ext>
            </a:extLst>
          </p:cNvPr>
          <p:cNvSpPr txBox="1"/>
          <p:nvPr/>
        </p:nvSpPr>
        <p:spPr>
          <a:xfrm>
            <a:off x="7108210" y="3150358"/>
            <a:ext cx="508378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Output</a:t>
            </a:r>
          </a:p>
          <a:p>
            <a:endParaRPr lang="en-US" dirty="0"/>
          </a:p>
          <a:p>
            <a:r>
              <a:rPr lang="en-US" dirty="0">
                <a:latin typeface="Consolas"/>
              </a:rPr>
              <a:t>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controlPoint</a:t>
            </a:r>
            <a:r>
              <a:rPr lang="en-US" dirty="0">
                <a:latin typeface="Consolas"/>
              </a:rPr>
              <a:t>": "CP7",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"status": "PASSED",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autoRemediationSuccessRate</a:t>
            </a:r>
            <a:r>
              <a:rPr lang="en-US" dirty="0">
                <a:latin typeface="Consolas"/>
              </a:rPr>
              <a:t>": "80%"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64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B500-D4A3-83B0-566D-E889598C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Human-in-the-Loop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6B61-6A33-3E23-B115-51D62A48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Review required when:</a:t>
            </a:r>
            <a:endParaRPr lang="en-US"/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Confidence score below threshold 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Multiple conflicting root causes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Auto-remediation validation fails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Re-execution still fails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Application defect suspected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Security defect detected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Infrastructure issue detected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09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2749-F3F4-8A47-F240-FD579EBB0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Product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676493-F12D-2473-00E8-F9D991F11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810349"/>
              </p:ext>
            </p:extLst>
          </p:nvPr>
        </p:nvGraphicFramePr>
        <p:xfrm>
          <a:off x="973667" y="1811302"/>
          <a:ext cx="12192000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00995138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477384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594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Classification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Classification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3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RCA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 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220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Remediation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33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 Remediation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 Remediation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447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Re-Execution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Re-Execution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865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Trends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Trend Analyzer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741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CP7 Validation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CP7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83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Intelligence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176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62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453C-0C62-AD84-9BD5-CC3CD8BD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Integration with Next Layer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393D-5873-D1C7-1284-4D196348B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400">
                <a:ea typeface="+mn-lt"/>
                <a:cs typeface="+mn-lt"/>
              </a:rPr>
              <a:t>Output:</a:t>
            </a:r>
            <a:endParaRPr lang="en-US" sz="1400"/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   Failure Intelligence Package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Containing: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Failure Classification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RCA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Recommendations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Auto Remediation Results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Validation Results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Re-Execution Results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Trend Analysis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CP7 Report</a:t>
            </a:r>
            <a:endParaRPr lang="en-US"/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Consumed by:</a:t>
            </a:r>
            <a:endParaRPr lang="en-US" sz="1400"/>
          </a:p>
          <a:p>
            <a:pPr marL="0" indent="0">
              <a:buNone/>
            </a:pPr>
            <a:r>
              <a:rPr lang="en-US" sz="1400">
                <a:latin typeface="Consolas"/>
              </a:rPr>
              <a:t>  </a:t>
            </a:r>
            <a:r>
              <a:rPr lang="en-US" sz="1400">
                <a:ea typeface="+mn-lt"/>
                <a:cs typeface="+mn-lt"/>
              </a:rPr>
              <a:t>Governance Dashboard Layer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1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6957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C579-6987-ED01-9518-FE1DE21C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728A9-F377-4115-4BE0-F1FFE8BA6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Failure Ingestion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Failure Classification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BAAE8B-D9BE-3A09-EBB5-7A4AE8163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27254"/>
              </p:ext>
            </p:extLst>
          </p:nvPr>
        </p:nvGraphicFramePr>
        <p:xfrm>
          <a:off x="852985" y="2310793"/>
          <a:ext cx="9633044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16522">
                  <a:extLst>
                    <a:ext uri="{9D8B030D-6E8A-4147-A177-3AD203B41FA5}">
                      <a16:colId xmlns:a16="http://schemas.microsoft.com/office/drawing/2014/main" val="2485482545"/>
                    </a:ext>
                  </a:extLst>
                </a:gridCol>
                <a:gridCol w="4816522">
                  <a:extLst>
                    <a:ext uri="{9D8B030D-6E8A-4147-A177-3AD203B41FA5}">
                      <a16:colId xmlns:a16="http://schemas.microsoft.com/office/drawing/2014/main" val="1053617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30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Artifact Reader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Parsed failures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011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Parser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Structured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717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Screenshot Metadata Extractor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Screenshot references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29004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A0B95D-4C4F-C37A-1FF0-307DA8A65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355820"/>
              </p:ext>
            </p:extLst>
          </p:nvPr>
        </p:nvGraphicFramePr>
        <p:xfrm>
          <a:off x="852985" y="4916151"/>
          <a:ext cx="9576168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88084">
                  <a:extLst>
                    <a:ext uri="{9D8B030D-6E8A-4147-A177-3AD203B41FA5}">
                      <a16:colId xmlns:a16="http://schemas.microsoft.com/office/drawing/2014/main" val="2713927029"/>
                    </a:ext>
                  </a:extLst>
                </a:gridCol>
                <a:gridCol w="4788084">
                  <a:extLst>
                    <a:ext uri="{9D8B030D-6E8A-4147-A177-3AD203B41FA5}">
                      <a16:colId xmlns:a16="http://schemas.microsoft.com/office/drawing/2014/main" val="1863367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0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Classification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604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Confidence Scoring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Confidence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172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40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4F17-0E5B-9E8A-823C-0219319C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A44D-5940-51EE-670D-3A9A8CF4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4E66-1FAA-97DD-E571-D79D46780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Azure OpenAI RCA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Remediation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2E0728-FFEB-6769-5D25-0A324175C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655054"/>
              </p:ext>
            </p:extLst>
          </p:nvPr>
        </p:nvGraphicFramePr>
        <p:xfrm>
          <a:off x="852985" y="2276674"/>
          <a:ext cx="10940954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70477">
                  <a:extLst>
                    <a:ext uri="{9D8B030D-6E8A-4147-A177-3AD203B41FA5}">
                      <a16:colId xmlns:a16="http://schemas.microsoft.com/office/drawing/2014/main" val="1865931673"/>
                    </a:ext>
                  </a:extLst>
                </a:gridCol>
                <a:gridCol w="5470477">
                  <a:extLst>
                    <a:ext uri="{9D8B030D-6E8A-4147-A177-3AD203B41FA5}">
                      <a16:colId xmlns:a16="http://schemas.microsoft.com/office/drawing/2014/main" val="2718696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220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 OpenAI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807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RCA Prompt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Prompt templates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32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Response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 RCA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55367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FF18AE-0B92-D4C4-78E8-C7792D15F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9256"/>
              </p:ext>
            </p:extLst>
          </p:nvPr>
        </p:nvGraphicFramePr>
        <p:xfrm>
          <a:off x="835925" y="4891585"/>
          <a:ext cx="1092958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64790">
                  <a:extLst>
                    <a:ext uri="{9D8B030D-6E8A-4147-A177-3AD203B41FA5}">
                      <a16:colId xmlns:a16="http://schemas.microsoft.com/office/drawing/2014/main" val="3348063954"/>
                    </a:ext>
                  </a:extLst>
                </a:gridCol>
                <a:gridCol w="5464790">
                  <a:extLst>
                    <a:ext uri="{9D8B030D-6E8A-4147-A177-3AD203B41FA5}">
                      <a16:colId xmlns:a16="http://schemas.microsoft.com/office/drawing/2014/main" val="38257274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33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42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Ownership Mapper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Ownership assignment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601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 Remediation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Automated fixes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3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384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582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59CDC-3F1C-D36E-0AAC-2940C672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867B-13D0-EE47-7174-0D1718F88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3A8B1-BF83-8D2F-0F9C-D685F83D5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 Execution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Intelligence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62A495-9BC7-581B-CACD-345C1E9D2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93523"/>
              </p:ext>
            </p:extLst>
          </p:nvPr>
        </p:nvGraphicFramePr>
        <p:xfrm>
          <a:off x="852985" y="2459554"/>
          <a:ext cx="10884088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42044">
                  <a:extLst>
                    <a:ext uri="{9D8B030D-6E8A-4147-A177-3AD203B41FA5}">
                      <a16:colId xmlns:a16="http://schemas.microsoft.com/office/drawing/2014/main" val="3796512024"/>
                    </a:ext>
                  </a:extLst>
                </a:gridCol>
                <a:gridCol w="5442044">
                  <a:extLst>
                    <a:ext uri="{9D8B030D-6E8A-4147-A177-3AD203B41FA5}">
                      <a16:colId xmlns:a16="http://schemas.microsoft.com/office/drawing/2014/main" val="745619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332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Targeted Re-Execution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Re-execution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875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Retry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05618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1281B78-1C3C-98CE-BCDA-B21CCDFC9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79988"/>
              </p:ext>
            </p:extLst>
          </p:nvPr>
        </p:nvGraphicFramePr>
        <p:xfrm>
          <a:off x="938284" y="5086748"/>
          <a:ext cx="10713492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56746">
                  <a:extLst>
                    <a:ext uri="{9D8B030D-6E8A-4147-A177-3AD203B41FA5}">
                      <a16:colId xmlns:a16="http://schemas.microsoft.com/office/drawing/2014/main" val="1977013968"/>
                    </a:ext>
                  </a:extLst>
                </a:gridCol>
                <a:gridCol w="5356746">
                  <a:extLst>
                    <a:ext uri="{9D8B030D-6E8A-4147-A177-3AD203B41FA5}">
                      <a16:colId xmlns:a16="http://schemas.microsoft.com/office/drawing/2014/main" val="193901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941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Trend Analyzer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Trend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962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Knowledge Base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48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267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299B2-921B-C981-0281-427AD2244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B7E3-5BD3-334C-DA2D-BDB09CEA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D61AE-EB96-805C-FDF2-8D2BD0733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Governance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Testing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F27352-0A31-E5F1-65B4-ED197D85F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307237"/>
              </p:ext>
            </p:extLst>
          </p:nvPr>
        </p:nvGraphicFramePr>
        <p:xfrm>
          <a:off x="938284" y="2265301"/>
          <a:ext cx="10588388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94194">
                  <a:extLst>
                    <a:ext uri="{9D8B030D-6E8A-4147-A177-3AD203B41FA5}">
                      <a16:colId xmlns:a16="http://schemas.microsoft.com/office/drawing/2014/main" val="1288969701"/>
                    </a:ext>
                  </a:extLst>
                </a:gridCol>
                <a:gridCol w="5294194">
                  <a:extLst>
                    <a:ext uri="{9D8B030D-6E8A-4147-A177-3AD203B41FA5}">
                      <a16:colId xmlns:a16="http://schemas.microsoft.com/office/drawing/2014/main" val="9182952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22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CP7 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CP7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570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Intelligence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19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Intelligence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86669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8E82B2-0336-9E3E-3644-BC81F8249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81060"/>
              </p:ext>
            </p:extLst>
          </p:nvPr>
        </p:nvGraphicFramePr>
        <p:xfrm>
          <a:off x="989463" y="4539928"/>
          <a:ext cx="10417792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08896">
                  <a:extLst>
                    <a:ext uri="{9D8B030D-6E8A-4147-A177-3AD203B41FA5}">
                      <a16:colId xmlns:a16="http://schemas.microsoft.com/office/drawing/2014/main" val="2073224232"/>
                    </a:ext>
                  </a:extLst>
                </a:gridCol>
                <a:gridCol w="5208896">
                  <a:extLst>
                    <a:ext uri="{9D8B030D-6E8A-4147-A177-3AD203B41FA5}">
                      <a16:colId xmlns:a16="http://schemas.microsoft.com/office/drawing/2014/main" val="2531009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725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644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603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End-to-End Dry 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Demo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876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771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7E40-638D-8FD3-63D1-C1360CCD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910E-8347-9766-1A03-ECBDB61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879"/>
            <a:ext cx="446509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200">
                <a:ea typeface="+mn-lt"/>
                <a:cs typeface="+mn-lt"/>
              </a:rPr>
              <a:t>The Failure Intelligence &amp; Self-Healing Layer is complete when:</a:t>
            </a:r>
          </a:p>
          <a:p>
            <a:pPr>
              <a:buNone/>
            </a:pPr>
            <a:r>
              <a:rPr lang="en-US" sz="1200"/>
              <a:t>Failure Processing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Execution artifacts can be ingested.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Failures can be classified.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RCA can be generated. </a:t>
            </a:r>
            <a:endParaRPr lang="en-US" sz="1200"/>
          </a:p>
          <a:p>
            <a:pPr>
              <a:buFont typeface="Arial"/>
              <a:buChar char="•"/>
            </a:pPr>
            <a:endParaRPr lang="en-US" sz="1200" dirty="0"/>
          </a:p>
          <a:p>
            <a:pPr marL="0" indent="0">
              <a:buNone/>
            </a:pPr>
            <a:r>
              <a:rPr lang="en-US" sz="1200"/>
              <a:t>Automated Remediation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Eligible failures are auto-remediated.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Validation executes successfully.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Re-execution can be triggered automatically.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/>
              <a:t>Intelligence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Failure trends generated.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Knowledge base updated.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Remediation history maintained.</a:t>
            </a:r>
          </a:p>
          <a:p>
            <a:pPr>
              <a:buNone/>
            </a:pPr>
            <a:endParaRPr lang="en-US" sz="1200" dirty="0">
              <a:ea typeface="+mn-lt"/>
              <a:cs typeface="+mn-lt"/>
            </a:endParaRPr>
          </a:p>
          <a:p>
            <a:pPr>
              <a:buNone/>
            </a:pPr>
            <a:endParaRPr lang="en-US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3DA672-2893-E8DF-C25E-B3937AB9D36A}"/>
              </a:ext>
            </a:extLst>
          </p:cNvPr>
          <p:cNvSpPr txBox="1">
            <a:spLocks/>
          </p:cNvSpPr>
          <p:nvPr/>
        </p:nvSpPr>
        <p:spPr>
          <a:xfrm>
            <a:off x="6267734" y="1739190"/>
            <a:ext cx="407840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200"/>
              <a:t>Governance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CP7 validation report generated.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Auto-remediation success rate measured. </a:t>
            </a:r>
            <a:endParaRPr lang="en-US" sz="1200"/>
          </a:p>
          <a:p>
            <a:pPr>
              <a:buFont typeface="Arial"/>
              <a:buChar char="•"/>
            </a:pPr>
            <a:endParaRPr lang="en-US" sz="1200" dirty="0"/>
          </a:p>
          <a:p>
            <a:pPr marL="0" indent="0">
              <a:buNone/>
            </a:pPr>
            <a:r>
              <a:rPr lang="en-US" sz="1200"/>
              <a:t>Final Acceptance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Failure Intelligence Package generated.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Auto-remediation demonstrated for at least one supported failure category.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Re-execution demonstrated successfully.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Output consumable by Governance Dashboard Layer.</a:t>
            </a:r>
          </a:p>
          <a:p>
            <a:pPr>
              <a:buFont typeface="Arial" panose="020B0604020202020204" pitchFamily="34" charset="0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15288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2F7D-469F-0177-8E1D-9CBC9341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Effort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C5DD10-702B-F18B-1EE7-091C588EE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670352"/>
              </p:ext>
            </p:extLst>
          </p:nvPr>
        </p:nvGraphicFramePr>
        <p:xfrm>
          <a:off x="938389" y="1276773"/>
          <a:ext cx="10414000" cy="4754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07000">
                  <a:extLst>
                    <a:ext uri="{9D8B030D-6E8A-4147-A177-3AD203B41FA5}">
                      <a16:colId xmlns:a16="http://schemas.microsoft.com/office/drawing/2014/main" val="2765014847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3410073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72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Ingestion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294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Classification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772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 OpenAI RCA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014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Recommendation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319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 Remediation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6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375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Re-Execution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189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Trend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7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Knowledge 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39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CP7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51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Outputs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17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Total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/>
                        <a:t>26 PD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621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42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Purpose</vt:lpstr>
      <vt:lpstr>Inputs</vt:lpstr>
      <vt:lpstr>Outputs</vt:lpstr>
      <vt:lpstr>High Level Flow</vt:lpstr>
      <vt:lpstr>Key Design Principle</vt:lpstr>
      <vt:lpstr>Components</vt:lpstr>
      <vt:lpstr>Failure Classification Engine</vt:lpstr>
      <vt:lpstr>Azure OpenAI RCA Engine</vt:lpstr>
      <vt:lpstr>Remediation Recommendation Engine</vt:lpstr>
      <vt:lpstr>Auto Remediation Engine</vt:lpstr>
      <vt:lpstr>Remediation Validation Engine</vt:lpstr>
      <vt:lpstr>Targeted Re-Execution Engine</vt:lpstr>
      <vt:lpstr>Trend Analyzer</vt:lpstr>
      <vt:lpstr>Knowledge Base Builder</vt:lpstr>
      <vt:lpstr>CP7 Validation Engine</vt:lpstr>
      <vt:lpstr>Human-in-the-Loop Conditions</vt:lpstr>
      <vt:lpstr>Work Product</vt:lpstr>
      <vt:lpstr>Integration with Next Layer</vt:lpstr>
      <vt:lpstr>Implementation Task Breakdown</vt:lpstr>
      <vt:lpstr>Implementation Task Breakdown</vt:lpstr>
      <vt:lpstr>Implementation Task Breakdown</vt:lpstr>
      <vt:lpstr>Implementation Task Breakdown</vt:lpstr>
      <vt:lpstr>Definition of Done</vt:lpstr>
      <vt:lpstr>Estimated Effort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1106</cp:revision>
  <dcterms:created xsi:type="dcterms:W3CDTF">2026-06-15T10:11:16Z</dcterms:created>
  <dcterms:modified xsi:type="dcterms:W3CDTF">2026-06-16T12:24:43Z</dcterms:modified>
</cp:coreProperties>
</file>