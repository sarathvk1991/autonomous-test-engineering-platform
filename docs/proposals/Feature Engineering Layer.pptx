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6CA90D-C643-E49F-3B45-A8071D90EC98}" v="12" dt="2026-06-16T08:54:09.357"/>
    <p1510:client id="{43DDD5BB-3702-705F-00FE-EB82224E2CBD}" v="521" dt="2026-06-15T11:05:20.439"/>
    <p1510:client id="{CE08FBFC-257D-8867-7FB5-46FAAF0FE86F}" v="636" dt="2026-06-15T11:16:39.331"/>
    <p1510:client id="{E6DE46B0-39C9-479E-FEB7-AB4BD6A69DF4}" v="1" dt="2026-06-15T14:18:27.7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th V." userId="S::sarath.v@nestgroup.net::11759a50-5485-4f58-ac09-6b79d4ba9e0d" providerId="AD" clId="Web-{0C6CA90D-C643-E49F-3B45-A8071D90EC98}"/>
    <pc:docChg chg="modSld">
      <pc:chgData name="Sarath V." userId="S::sarath.v@nestgroup.net::11759a50-5485-4f58-ac09-6b79d4ba9e0d" providerId="AD" clId="Web-{0C6CA90D-C643-E49F-3B45-A8071D90EC98}" dt="2026-06-16T08:54:09.357" v="11" actId="1076"/>
      <pc:docMkLst>
        <pc:docMk/>
      </pc:docMkLst>
      <pc:sldChg chg="addSp delSp modSp">
        <pc:chgData name="Sarath V." userId="S::sarath.v@nestgroup.net::11759a50-5485-4f58-ac09-6b79d4ba9e0d" providerId="AD" clId="Web-{0C6CA90D-C643-E49F-3B45-A8071D90EC98}" dt="2026-06-16T08:54:09.357" v="11" actId="1076"/>
        <pc:sldMkLst>
          <pc:docMk/>
          <pc:sldMk cId="2287427571" sldId="278"/>
        </pc:sldMkLst>
        <pc:spChg chg="del">
          <ac:chgData name="Sarath V." userId="S::sarath.v@nestgroup.net::11759a50-5485-4f58-ac09-6b79d4ba9e0d" providerId="AD" clId="Web-{0C6CA90D-C643-E49F-3B45-A8071D90EC98}" dt="2026-06-16T08:53:37.279" v="0"/>
          <ac:spMkLst>
            <pc:docMk/>
            <pc:sldMk cId="2287427571" sldId="278"/>
            <ac:spMk id="3" creationId="{12490B4D-043F-9127-F129-F390CA04D908}"/>
          </ac:spMkLst>
        </pc:spChg>
        <pc:spChg chg="add del mod">
          <ac:chgData name="Sarath V." userId="S::sarath.v@nestgroup.net::11759a50-5485-4f58-ac09-6b79d4ba9e0d" providerId="AD" clId="Web-{0C6CA90D-C643-E49F-3B45-A8071D90EC98}" dt="2026-06-16T08:53:56.185" v="6"/>
          <ac:spMkLst>
            <pc:docMk/>
            <pc:sldMk cId="2287427571" sldId="278"/>
            <ac:spMk id="6" creationId="{06C622C6-F485-F524-2F70-8C774DEB8A9E}"/>
          </ac:spMkLst>
        </pc:spChg>
        <pc:spChg chg="del">
          <ac:chgData name="Sarath V." userId="S::sarath.v@nestgroup.net::11759a50-5485-4f58-ac09-6b79d4ba9e0d" providerId="AD" clId="Web-{0C6CA90D-C643-E49F-3B45-A8071D90EC98}" dt="2026-06-16T08:53:40.529" v="1"/>
          <ac:spMkLst>
            <pc:docMk/>
            <pc:sldMk cId="2287427571" sldId="278"/>
            <ac:spMk id="8" creationId="{91AE4BB9-9011-A343-4F0A-4E6AEE2CDC71}"/>
          </ac:spMkLst>
        </pc:spChg>
        <pc:spChg chg="del">
          <ac:chgData name="Sarath V." userId="S::sarath.v@nestgroup.net::11759a50-5485-4f58-ac09-6b79d4ba9e0d" providerId="AD" clId="Web-{0C6CA90D-C643-E49F-3B45-A8071D90EC98}" dt="2026-06-16T08:54:04.295" v="9"/>
          <ac:spMkLst>
            <pc:docMk/>
            <pc:sldMk cId="2287427571" sldId="278"/>
            <ac:spMk id="11" creationId="{C54CFA31-8C42-AA01-BDB2-ABC2C2657550}"/>
          </ac:spMkLst>
        </pc:spChg>
        <pc:graphicFrameChg chg="del mod modGraphic">
          <ac:chgData name="Sarath V." userId="S::sarath.v@nestgroup.net::11759a50-5485-4f58-ac09-6b79d4ba9e0d" providerId="AD" clId="Web-{0C6CA90D-C643-E49F-3B45-A8071D90EC98}" dt="2026-06-16T08:53:48.326" v="4"/>
          <ac:graphicFrameMkLst>
            <pc:docMk/>
            <pc:sldMk cId="2287427571" sldId="278"/>
            <ac:graphicFrameMk id="5" creationId="{33C5361A-B715-4371-C2F5-68E690E2542D}"/>
          </ac:graphicFrameMkLst>
        </pc:graphicFrameChg>
        <pc:graphicFrameChg chg="del">
          <ac:chgData name="Sarath V." userId="S::sarath.v@nestgroup.net::11759a50-5485-4f58-ac09-6b79d4ba9e0d" providerId="AD" clId="Web-{0C6CA90D-C643-E49F-3B45-A8071D90EC98}" dt="2026-06-16T08:53:52.560" v="5"/>
          <ac:graphicFrameMkLst>
            <pc:docMk/>
            <pc:sldMk cId="2287427571" sldId="278"/>
            <ac:graphicFrameMk id="7" creationId="{229B3113-5990-8628-F2FD-955B3236C45F}"/>
          </ac:graphicFrameMkLst>
        </pc:graphicFrameChg>
        <pc:graphicFrameChg chg="del">
          <ac:chgData name="Sarath V." userId="S::sarath.v@nestgroup.net::11759a50-5485-4f58-ac09-6b79d4ba9e0d" providerId="AD" clId="Web-{0C6CA90D-C643-E49F-3B45-A8071D90EC98}" dt="2026-06-16T08:53:59.014" v="7"/>
          <ac:graphicFrameMkLst>
            <pc:docMk/>
            <pc:sldMk cId="2287427571" sldId="278"/>
            <ac:graphicFrameMk id="10" creationId="{50EFCB63-4497-B4ED-C426-61AA50E953E8}"/>
          </ac:graphicFrameMkLst>
        </pc:graphicFrameChg>
        <pc:graphicFrameChg chg="add mod">
          <ac:chgData name="Sarath V." userId="S::sarath.v@nestgroup.net::11759a50-5485-4f58-ac09-6b79d4ba9e0d" providerId="AD" clId="Web-{0C6CA90D-C643-E49F-3B45-A8071D90EC98}" dt="2026-06-16T08:54:09.357" v="11" actId="1076"/>
          <ac:graphicFrameMkLst>
            <pc:docMk/>
            <pc:sldMk cId="2287427571" sldId="278"/>
            <ac:graphicFrameMk id="12" creationId="{8F0DE82B-5166-6440-D92B-0BA3F24C049A}"/>
          </ac:graphicFrameMkLst>
        </pc:graphicFrameChg>
        <pc:graphicFrameChg chg="del">
          <ac:chgData name="Sarath V." userId="S::sarath.v@nestgroup.net::11759a50-5485-4f58-ac09-6b79d4ba9e0d" providerId="AD" clId="Web-{0C6CA90D-C643-E49F-3B45-A8071D90EC98}" dt="2026-06-16T08:54:02.185" v="8"/>
          <ac:graphicFrameMkLst>
            <pc:docMk/>
            <pc:sldMk cId="2287427571" sldId="278"/>
            <ac:graphicFrameMk id="15" creationId="{1955AF89-15F6-8EB0-6790-3B508C28FE59}"/>
          </ac:graphicFrameMkLst>
        </pc:graphicFrameChg>
      </pc:sldChg>
    </pc:docChg>
  </pc:docChgLst>
  <pc:docChgLst>
    <pc:chgData name="Sarath V." userId="S::sarath.v@nestgroup.net::11759a50-5485-4f58-ac09-6b79d4ba9e0d" providerId="AD" clId="Web-{43DDD5BB-3702-705F-00FE-EB82224E2CBD}"/>
    <pc:docChg chg="addSld delSld modSld">
      <pc:chgData name="Sarath V." userId="S::sarath.v@nestgroup.net::11759a50-5485-4f58-ac09-6b79d4ba9e0d" providerId="AD" clId="Web-{43DDD5BB-3702-705F-00FE-EB82224E2CBD}" dt="2026-06-15T11:05:20.439" v="558"/>
      <pc:docMkLst>
        <pc:docMk/>
      </pc:docMkLst>
      <pc:sldChg chg="del">
        <pc:chgData name="Sarath V." userId="S::sarath.v@nestgroup.net::11759a50-5485-4f58-ac09-6b79d4ba9e0d" providerId="AD" clId="Web-{43DDD5BB-3702-705F-00FE-EB82224E2CBD}" dt="2026-06-15T10:11:28.482" v="1"/>
        <pc:sldMkLst>
          <pc:docMk/>
          <pc:sldMk cId="109857222" sldId="256"/>
        </pc:sldMkLst>
      </pc:sldChg>
      <pc:sldChg chg="modSp new">
        <pc:chgData name="Sarath V." userId="S::sarath.v@nestgroup.net::11759a50-5485-4f58-ac09-6b79d4ba9e0d" providerId="AD" clId="Web-{43DDD5BB-3702-705F-00FE-EB82224E2CBD}" dt="2026-06-15T10:12:42.263" v="22" actId="20577"/>
        <pc:sldMkLst>
          <pc:docMk/>
          <pc:sldMk cId="2586860553" sldId="257"/>
        </pc:sldMkLst>
        <pc:spChg chg="mod">
          <ac:chgData name="Sarath V." userId="S::sarath.v@nestgroup.net::11759a50-5485-4f58-ac09-6b79d4ba9e0d" providerId="AD" clId="Web-{43DDD5BB-3702-705F-00FE-EB82224E2CBD}" dt="2026-06-15T10:11:39.247" v="3" actId="20577"/>
          <ac:spMkLst>
            <pc:docMk/>
            <pc:sldMk cId="2586860553" sldId="257"/>
            <ac:spMk id="2" creationId="{994C3390-FA87-D40B-BB89-5476484D53B4}"/>
          </ac:spMkLst>
        </pc:spChg>
        <pc:spChg chg="mod">
          <ac:chgData name="Sarath V." userId="S::sarath.v@nestgroup.net::11759a50-5485-4f58-ac09-6b79d4ba9e0d" providerId="AD" clId="Web-{43DDD5BB-3702-705F-00FE-EB82224E2CBD}" dt="2026-06-15T10:12:42.263" v="22" actId="20577"/>
          <ac:spMkLst>
            <pc:docMk/>
            <pc:sldMk cId="2586860553" sldId="257"/>
            <ac:spMk id="3" creationId="{211748B5-8CB3-10CE-6C8F-1767A485FEF0}"/>
          </ac:spMkLst>
        </pc:spChg>
      </pc:sldChg>
      <pc:sldChg chg="modSp new">
        <pc:chgData name="Sarath V." userId="S::sarath.v@nestgroup.net::11759a50-5485-4f58-ac09-6b79d4ba9e0d" providerId="AD" clId="Web-{43DDD5BB-3702-705F-00FE-EB82224E2CBD}" dt="2026-06-15T10:13:39.544" v="35" actId="20577"/>
        <pc:sldMkLst>
          <pc:docMk/>
          <pc:sldMk cId="1322801298" sldId="258"/>
        </pc:sldMkLst>
        <pc:spChg chg="mod">
          <ac:chgData name="Sarath V." userId="S::sarath.v@nestgroup.net::11759a50-5485-4f58-ac09-6b79d4ba9e0d" providerId="AD" clId="Web-{43DDD5BB-3702-705F-00FE-EB82224E2CBD}" dt="2026-06-15T10:12:55.247" v="24" actId="20577"/>
          <ac:spMkLst>
            <pc:docMk/>
            <pc:sldMk cId="1322801298" sldId="258"/>
            <ac:spMk id="2" creationId="{CC2161AB-B809-A70F-C2C2-D5E5404D6618}"/>
          </ac:spMkLst>
        </pc:spChg>
        <pc:spChg chg="mod">
          <ac:chgData name="Sarath V." userId="S::sarath.v@nestgroup.net::11759a50-5485-4f58-ac09-6b79d4ba9e0d" providerId="AD" clId="Web-{43DDD5BB-3702-705F-00FE-EB82224E2CBD}" dt="2026-06-15T10:13:39.544" v="35" actId="20577"/>
          <ac:spMkLst>
            <pc:docMk/>
            <pc:sldMk cId="1322801298" sldId="258"/>
            <ac:spMk id="3" creationId="{6E50B232-6C5A-1B23-AA17-4D30A01914E8}"/>
          </ac:spMkLst>
        </pc:spChg>
      </pc:sldChg>
      <pc:sldChg chg="modSp new">
        <pc:chgData name="Sarath V." userId="S::sarath.v@nestgroup.net::11759a50-5485-4f58-ac09-6b79d4ba9e0d" providerId="AD" clId="Web-{43DDD5BB-3702-705F-00FE-EB82224E2CBD}" dt="2026-06-15T10:14:25.560" v="49" actId="20577"/>
        <pc:sldMkLst>
          <pc:docMk/>
          <pc:sldMk cId="2899444663" sldId="259"/>
        </pc:sldMkLst>
        <pc:spChg chg="mod">
          <ac:chgData name="Sarath V." userId="S::sarath.v@nestgroup.net::11759a50-5485-4f58-ac09-6b79d4ba9e0d" providerId="AD" clId="Web-{43DDD5BB-3702-705F-00FE-EB82224E2CBD}" dt="2026-06-15T10:13:55.248" v="37" actId="20577"/>
          <ac:spMkLst>
            <pc:docMk/>
            <pc:sldMk cId="2899444663" sldId="259"/>
            <ac:spMk id="2" creationId="{06611E30-58FA-BADE-5B23-055389D11D12}"/>
          </ac:spMkLst>
        </pc:spChg>
        <pc:spChg chg="mod">
          <ac:chgData name="Sarath V." userId="S::sarath.v@nestgroup.net::11759a50-5485-4f58-ac09-6b79d4ba9e0d" providerId="AD" clId="Web-{43DDD5BB-3702-705F-00FE-EB82224E2CBD}" dt="2026-06-15T10:14:25.560" v="49" actId="20577"/>
          <ac:spMkLst>
            <pc:docMk/>
            <pc:sldMk cId="2899444663" sldId="259"/>
            <ac:spMk id="3" creationId="{ABBBFFA7-2192-9287-425C-5BCE1BCB7682}"/>
          </ac:spMkLst>
        </pc:spChg>
      </pc:sldChg>
      <pc:sldChg chg="addSp delSp modSp new">
        <pc:chgData name="Sarath V." userId="S::sarath.v@nestgroup.net::11759a50-5485-4f58-ac09-6b79d4ba9e0d" providerId="AD" clId="Web-{43DDD5BB-3702-705F-00FE-EB82224E2CBD}" dt="2026-06-15T10:26:54.639" v="185"/>
        <pc:sldMkLst>
          <pc:docMk/>
          <pc:sldMk cId="2592136649" sldId="260"/>
        </pc:sldMkLst>
        <pc:spChg chg="mod">
          <ac:chgData name="Sarath V." userId="S::sarath.v@nestgroup.net::11759a50-5485-4f58-ac09-6b79d4ba9e0d" providerId="AD" clId="Web-{43DDD5BB-3702-705F-00FE-EB82224E2CBD}" dt="2026-06-15T10:14:41.529" v="51" actId="20577"/>
          <ac:spMkLst>
            <pc:docMk/>
            <pc:sldMk cId="2592136649" sldId="260"/>
            <ac:spMk id="2" creationId="{4E4ED37C-7AFA-9570-B067-D276C6453B44}"/>
          </ac:spMkLst>
        </pc:spChg>
        <pc:spChg chg="del mod">
          <ac:chgData name="Sarath V." userId="S::sarath.v@nestgroup.net::11759a50-5485-4f58-ac09-6b79d4ba9e0d" providerId="AD" clId="Web-{43DDD5BB-3702-705F-00FE-EB82224E2CBD}" dt="2026-06-15T10:14:50.482" v="53"/>
          <ac:spMkLst>
            <pc:docMk/>
            <pc:sldMk cId="2592136649" sldId="260"/>
            <ac:spMk id="3" creationId="{B948A522-5C55-01E9-DCF5-F5CD1FAD7C20}"/>
          </ac:spMkLst>
        </pc:spChg>
        <pc:spChg chg="add mod">
          <ac:chgData name="Sarath V." userId="S::sarath.v@nestgroup.net::11759a50-5485-4f58-ac09-6b79d4ba9e0d" providerId="AD" clId="Web-{43DDD5BB-3702-705F-00FE-EB82224E2CBD}" dt="2026-06-15T10:16:30.716" v="76" actId="20577"/>
          <ac:spMkLst>
            <pc:docMk/>
            <pc:sldMk cId="2592136649" sldId="260"/>
            <ac:spMk id="4" creationId="{8D6CA17B-9764-1CF7-1830-8F1586DBEE65}"/>
          </ac:spMkLst>
        </pc:spChg>
        <pc:spChg chg="add mod">
          <ac:chgData name="Sarath V." userId="S::sarath.v@nestgroup.net::11759a50-5485-4f58-ac09-6b79d4ba9e0d" providerId="AD" clId="Web-{43DDD5BB-3702-705F-00FE-EB82224E2CBD}" dt="2026-06-15T10:19:43.217" v="102" actId="1076"/>
          <ac:spMkLst>
            <pc:docMk/>
            <pc:sldMk cId="2592136649" sldId="260"/>
            <ac:spMk id="5" creationId="{507C99C8-A486-0439-8F0A-458B6CAC11EB}"/>
          </ac:spMkLst>
        </pc:spChg>
        <pc:spChg chg="add mod">
          <ac:chgData name="Sarath V." userId="S::sarath.v@nestgroup.net::11759a50-5485-4f58-ac09-6b79d4ba9e0d" providerId="AD" clId="Web-{43DDD5BB-3702-705F-00FE-EB82224E2CBD}" dt="2026-06-15T10:19:48.935" v="103" actId="1076"/>
          <ac:spMkLst>
            <pc:docMk/>
            <pc:sldMk cId="2592136649" sldId="260"/>
            <ac:spMk id="6" creationId="{6B67A3CF-CB53-8DAB-5B8D-C125F44A8F03}"/>
          </ac:spMkLst>
        </pc:spChg>
        <pc:spChg chg="add mod">
          <ac:chgData name="Sarath V." userId="S::sarath.v@nestgroup.net::11759a50-5485-4f58-ac09-6b79d4ba9e0d" providerId="AD" clId="Web-{43DDD5BB-3702-705F-00FE-EB82224E2CBD}" dt="2026-06-15T10:26:10.764" v="179" actId="14100"/>
          <ac:spMkLst>
            <pc:docMk/>
            <pc:sldMk cId="2592136649" sldId="260"/>
            <ac:spMk id="7" creationId="{0D1882DD-5574-569C-D91B-7E9C8FA8579A}"/>
          </ac:spMkLst>
        </pc:spChg>
        <pc:spChg chg="add mod">
          <ac:chgData name="Sarath V." userId="S::sarath.v@nestgroup.net::11759a50-5485-4f58-ac09-6b79d4ba9e0d" providerId="AD" clId="Web-{43DDD5BB-3702-705F-00FE-EB82224E2CBD}" dt="2026-06-15T10:25:52.092" v="175" actId="14100"/>
          <ac:spMkLst>
            <pc:docMk/>
            <pc:sldMk cId="2592136649" sldId="260"/>
            <ac:spMk id="8" creationId="{057F2221-6128-67EA-3E30-7E13BBB092D1}"/>
          </ac:spMkLst>
        </pc:spChg>
        <pc:spChg chg="add mod">
          <ac:chgData name="Sarath V." userId="S::sarath.v@nestgroup.net::11759a50-5485-4f58-ac09-6b79d4ba9e0d" providerId="AD" clId="Web-{43DDD5BB-3702-705F-00FE-EB82224E2CBD}" dt="2026-06-15T10:24:43.170" v="157" actId="20577"/>
          <ac:spMkLst>
            <pc:docMk/>
            <pc:sldMk cId="2592136649" sldId="260"/>
            <ac:spMk id="9" creationId="{0DCF16AC-6137-213F-9ADB-5EF1FF436FE7}"/>
          </ac:spMkLst>
        </pc:spChg>
        <pc:spChg chg="add mod">
          <ac:chgData name="Sarath V." userId="S::sarath.v@nestgroup.net::11759a50-5485-4f58-ac09-6b79d4ba9e0d" providerId="AD" clId="Web-{43DDD5BB-3702-705F-00FE-EB82224E2CBD}" dt="2026-06-15T10:25:19.967" v="170" actId="20577"/>
          <ac:spMkLst>
            <pc:docMk/>
            <pc:sldMk cId="2592136649" sldId="260"/>
            <ac:spMk id="10" creationId="{8288F840-F863-6F2F-D127-F1354200AB20}"/>
          </ac:spMkLst>
        </pc:spChg>
        <pc:spChg chg="add mod">
          <ac:chgData name="Sarath V." userId="S::sarath.v@nestgroup.net::11759a50-5485-4f58-ac09-6b79d4ba9e0d" providerId="AD" clId="Web-{43DDD5BB-3702-705F-00FE-EB82224E2CBD}" dt="2026-06-15T10:20:13.732" v="108" actId="1076"/>
          <ac:spMkLst>
            <pc:docMk/>
            <pc:sldMk cId="2592136649" sldId="260"/>
            <ac:spMk id="11" creationId="{EA76957D-B7AD-4196-3B75-644F1387EB3B}"/>
          </ac:spMkLst>
        </pc:spChg>
        <pc:spChg chg="add mod">
          <ac:chgData name="Sarath V." userId="S::sarath.v@nestgroup.net::11759a50-5485-4f58-ac09-6b79d4ba9e0d" providerId="AD" clId="Web-{43DDD5BB-3702-705F-00FE-EB82224E2CBD}" dt="2026-06-15T10:26:13.655" v="180" actId="14100"/>
          <ac:spMkLst>
            <pc:docMk/>
            <pc:sldMk cId="2592136649" sldId="260"/>
            <ac:spMk id="12" creationId="{5B199168-7D25-279D-8ADA-E06BFE653BFC}"/>
          </ac:spMkLst>
        </pc:spChg>
        <pc:spChg chg="add mod">
          <ac:chgData name="Sarath V." userId="S::sarath.v@nestgroup.net::11759a50-5485-4f58-ac09-6b79d4ba9e0d" providerId="AD" clId="Web-{43DDD5BB-3702-705F-00FE-EB82224E2CBD}" dt="2026-06-15T10:25:56.795" v="176" actId="14100"/>
          <ac:spMkLst>
            <pc:docMk/>
            <pc:sldMk cId="2592136649" sldId="260"/>
            <ac:spMk id="13" creationId="{95361FFD-8D98-47EB-0F74-E6F510DB1593}"/>
          </ac:spMkLst>
        </pc:spChg>
        <pc:spChg chg="add">
          <ac:chgData name="Sarath V." userId="S::sarath.v@nestgroup.net::11759a50-5485-4f58-ac09-6b79d4ba9e0d" providerId="AD" clId="Web-{43DDD5BB-3702-705F-00FE-EB82224E2CBD}" dt="2026-06-15T10:20:43.467" v="113"/>
          <ac:spMkLst>
            <pc:docMk/>
            <pc:sldMk cId="2592136649" sldId="260"/>
            <ac:spMk id="14" creationId="{6488F765-FE18-388A-CC22-C00B76A7F65D}"/>
          </ac:spMkLst>
        </pc:spChg>
        <pc:spChg chg="add mod">
          <ac:chgData name="Sarath V." userId="S::sarath.v@nestgroup.net::11759a50-5485-4f58-ac09-6b79d4ba9e0d" providerId="AD" clId="Web-{43DDD5BB-3702-705F-00FE-EB82224E2CBD}" dt="2026-06-15T10:26:41.342" v="184" actId="688"/>
          <ac:spMkLst>
            <pc:docMk/>
            <pc:sldMk cId="2592136649" sldId="260"/>
            <ac:spMk id="15" creationId="{E4635681-1E92-9ECC-6A82-519FD236BD2E}"/>
          </ac:spMkLst>
        </pc:spChg>
        <pc:spChg chg="add mod">
          <ac:chgData name="Sarath V." userId="S::sarath.v@nestgroup.net::11759a50-5485-4f58-ac09-6b79d4ba9e0d" providerId="AD" clId="Web-{43DDD5BB-3702-705F-00FE-EB82224E2CBD}" dt="2026-06-15T10:21:00.764" v="118" actId="14100"/>
          <ac:spMkLst>
            <pc:docMk/>
            <pc:sldMk cId="2592136649" sldId="260"/>
            <ac:spMk id="16" creationId="{689FED06-0611-9B4D-03EE-A6CC7BCCFBC1}"/>
          </ac:spMkLst>
        </pc:spChg>
        <pc:spChg chg="add mod">
          <ac:chgData name="Sarath V." userId="S::sarath.v@nestgroup.net::11759a50-5485-4f58-ac09-6b79d4ba9e0d" providerId="AD" clId="Web-{43DDD5BB-3702-705F-00FE-EB82224E2CBD}" dt="2026-06-15T10:26:36.514" v="183" actId="688"/>
          <ac:spMkLst>
            <pc:docMk/>
            <pc:sldMk cId="2592136649" sldId="260"/>
            <ac:spMk id="17" creationId="{B5102243-E445-E589-C1D1-EE2C6ED6068A}"/>
          </ac:spMkLst>
        </pc:spChg>
        <pc:spChg chg="add mod">
          <ac:chgData name="Sarath V." userId="S::sarath.v@nestgroup.net::11759a50-5485-4f58-ac09-6b79d4ba9e0d" providerId="AD" clId="Web-{43DDD5BB-3702-705F-00FE-EB82224E2CBD}" dt="2026-06-15T10:21:23.795" v="125" actId="14100"/>
          <ac:spMkLst>
            <pc:docMk/>
            <pc:sldMk cId="2592136649" sldId="260"/>
            <ac:spMk id="18" creationId="{23386491-EF98-5308-B55D-974E6E1CFBE7}"/>
          </ac:spMkLst>
        </pc:spChg>
        <pc:spChg chg="add mod">
          <ac:chgData name="Sarath V." userId="S::sarath.v@nestgroup.net::11759a50-5485-4f58-ac09-6b79d4ba9e0d" providerId="AD" clId="Web-{43DDD5BB-3702-705F-00FE-EB82224E2CBD}" dt="2026-06-15T10:26:30.420" v="182" actId="688"/>
          <ac:spMkLst>
            <pc:docMk/>
            <pc:sldMk cId="2592136649" sldId="260"/>
            <ac:spMk id="19" creationId="{D7E3F246-6186-3106-27BC-74E0B8417360}"/>
          </ac:spMkLst>
        </pc:spChg>
        <pc:spChg chg="add mod">
          <ac:chgData name="Sarath V." userId="S::sarath.v@nestgroup.net::11759a50-5485-4f58-ac09-6b79d4ba9e0d" providerId="AD" clId="Web-{43DDD5BB-3702-705F-00FE-EB82224E2CBD}" dt="2026-06-15T10:26:06.686" v="178" actId="1076"/>
          <ac:spMkLst>
            <pc:docMk/>
            <pc:sldMk cId="2592136649" sldId="260"/>
            <ac:spMk id="20" creationId="{BA78D0E7-6E7C-E398-4D1B-ADFFF5058407}"/>
          </ac:spMkLst>
        </pc:spChg>
        <pc:spChg chg="add mod">
          <ac:chgData name="Sarath V." userId="S::sarath.v@nestgroup.net::11759a50-5485-4f58-ac09-6b79d4ba9e0d" providerId="AD" clId="Web-{43DDD5BB-3702-705F-00FE-EB82224E2CBD}" dt="2026-06-15T10:26:24.514" v="181" actId="688"/>
          <ac:spMkLst>
            <pc:docMk/>
            <pc:sldMk cId="2592136649" sldId="260"/>
            <ac:spMk id="21" creationId="{CE970E82-0366-7BA0-5B3B-7EB65F3EB529}"/>
          </ac:spMkLst>
        </pc:spChg>
        <pc:spChg chg="add del mod">
          <ac:chgData name="Sarath V." userId="S::sarath.v@nestgroup.net::11759a50-5485-4f58-ac09-6b79d4ba9e0d" providerId="AD" clId="Web-{43DDD5BB-3702-705F-00FE-EB82224E2CBD}" dt="2026-06-15T10:23:36.248" v="144"/>
          <ac:spMkLst>
            <pc:docMk/>
            <pc:sldMk cId="2592136649" sldId="260"/>
            <ac:spMk id="23" creationId="{A765B6E2-FEDA-89E2-3D9A-E488428CA3DF}"/>
          </ac:spMkLst>
        </pc:spChg>
        <pc:spChg chg="add del mod">
          <ac:chgData name="Sarath V." userId="S::sarath.v@nestgroup.net::11759a50-5485-4f58-ac09-6b79d4ba9e0d" providerId="AD" clId="Web-{43DDD5BB-3702-705F-00FE-EB82224E2CBD}" dt="2026-06-15T10:24:16.608" v="150"/>
          <ac:spMkLst>
            <pc:docMk/>
            <pc:sldMk cId="2592136649" sldId="260"/>
            <ac:spMk id="24" creationId="{5F145ECB-D62F-8744-E14E-DF7636D39DF3}"/>
          </ac:spMkLst>
        </pc:spChg>
        <pc:spChg chg="add">
          <ac:chgData name="Sarath V." userId="S::sarath.v@nestgroup.net::11759a50-5485-4f58-ac09-6b79d4ba9e0d" providerId="AD" clId="Web-{43DDD5BB-3702-705F-00FE-EB82224E2CBD}" dt="2026-06-15T10:26:54.639" v="185"/>
          <ac:spMkLst>
            <pc:docMk/>
            <pc:sldMk cId="2592136649" sldId="260"/>
            <ac:spMk id="25" creationId="{5A18A432-7DD3-1E3E-BB02-91358F17E018}"/>
          </ac:spMkLst>
        </pc:spChg>
        <pc:cxnChg chg="add del mod">
          <ac:chgData name="Sarath V." userId="S::sarath.v@nestgroup.net::11759a50-5485-4f58-ac09-6b79d4ba9e0d" providerId="AD" clId="Web-{43DDD5BB-3702-705F-00FE-EB82224E2CBD}" dt="2026-06-15T10:23:12.155" v="141"/>
          <ac:cxnSpMkLst>
            <pc:docMk/>
            <pc:sldMk cId="2592136649" sldId="260"/>
            <ac:cxnSpMk id="22" creationId="{29D89584-1259-C1B0-33F7-07A24D9DB0FE}"/>
          </ac:cxnSpMkLst>
        </pc:cxnChg>
      </pc:sldChg>
      <pc:sldChg chg="addSp modSp new">
        <pc:chgData name="Sarath V." userId="S::sarath.v@nestgroup.net::11759a50-5485-4f58-ac09-6b79d4ba9e0d" providerId="AD" clId="Web-{43DDD5BB-3702-705F-00FE-EB82224E2CBD}" dt="2026-06-15T10:33:34.405" v="241" actId="20577"/>
        <pc:sldMkLst>
          <pc:docMk/>
          <pc:sldMk cId="2483865992" sldId="261"/>
        </pc:sldMkLst>
        <pc:spChg chg="mod">
          <ac:chgData name="Sarath V." userId="S::sarath.v@nestgroup.net::11759a50-5485-4f58-ac09-6b79d4ba9e0d" providerId="AD" clId="Web-{43DDD5BB-3702-705F-00FE-EB82224E2CBD}" dt="2026-06-15T10:27:10.374" v="187" actId="20577"/>
          <ac:spMkLst>
            <pc:docMk/>
            <pc:sldMk cId="2483865992" sldId="261"/>
            <ac:spMk id="2" creationId="{B4F6F3E9-C6E2-6A8B-A44D-4C5A9364461A}"/>
          </ac:spMkLst>
        </pc:spChg>
        <pc:spChg chg="mod">
          <ac:chgData name="Sarath V." userId="S::sarath.v@nestgroup.net::11759a50-5485-4f58-ac09-6b79d4ba9e0d" providerId="AD" clId="Web-{43DDD5BB-3702-705F-00FE-EB82224E2CBD}" dt="2026-06-15T10:31:00.686" v="226" actId="20577"/>
          <ac:spMkLst>
            <pc:docMk/>
            <pc:sldMk cId="2483865992" sldId="261"/>
            <ac:spMk id="3" creationId="{9BAE228B-D27A-2C80-036D-611D2886614D}"/>
          </ac:spMkLst>
        </pc:spChg>
        <pc:spChg chg="add mod">
          <ac:chgData name="Sarath V." userId="S::sarath.v@nestgroup.net::11759a50-5485-4f58-ac09-6b79d4ba9e0d" providerId="AD" clId="Web-{43DDD5BB-3702-705F-00FE-EB82224E2CBD}" dt="2026-06-15T10:31:31.249" v="231" actId="1076"/>
          <ac:spMkLst>
            <pc:docMk/>
            <pc:sldMk cId="2483865992" sldId="261"/>
            <ac:spMk id="4" creationId="{76F235D4-6503-CBCE-86D1-4D3F05A8A34B}"/>
          </ac:spMkLst>
        </pc:spChg>
        <pc:spChg chg="add mod">
          <ac:chgData name="Sarath V." userId="S::sarath.v@nestgroup.net::11759a50-5485-4f58-ac09-6b79d4ba9e0d" providerId="AD" clId="Web-{43DDD5BB-3702-705F-00FE-EB82224E2CBD}" dt="2026-06-15T10:33:34.405" v="241" actId="20577"/>
          <ac:spMkLst>
            <pc:docMk/>
            <pc:sldMk cId="2483865992" sldId="261"/>
            <ac:spMk id="5" creationId="{908E0DC2-80D8-CC29-2EE5-05175083085D}"/>
          </ac:spMkLst>
        </pc:spChg>
        <pc:cxnChg chg="add mod">
          <ac:chgData name="Sarath V." userId="S::sarath.v@nestgroup.net::11759a50-5485-4f58-ac09-6b79d4ba9e0d" providerId="AD" clId="Web-{43DDD5BB-3702-705F-00FE-EB82224E2CBD}" dt="2026-06-15T10:31:43.764" v="233"/>
          <ac:cxnSpMkLst>
            <pc:docMk/>
            <pc:sldMk cId="2483865992" sldId="261"/>
            <ac:cxnSpMk id="6" creationId="{3BD6987F-A384-3F1B-FD12-C2697F447C05}"/>
          </ac:cxnSpMkLst>
        </pc:cxnChg>
      </pc:sldChg>
      <pc:sldChg chg="addSp delSp modSp new">
        <pc:chgData name="Sarath V." userId="S::sarath.v@nestgroup.net::11759a50-5485-4f58-ac09-6b79d4ba9e0d" providerId="AD" clId="Web-{43DDD5BB-3702-705F-00FE-EB82224E2CBD}" dt="2026-06-15T10:34:27.030" v="247"/>
        <pc:sldMkLst>
          <pc:docMk/>
          <pc:sldMk cId="1095280568" sldId="262"/>
        </pc:sldMkLst>
        <pc:spChg chg="mod">
          <ac:chgData name="Sarath V." userId="S::sarath.v@nestgroup.net::11759a50-5485-4f58-ac09-6b79d4ba9e0d" providerId="AD" clId="Web-{43DDD5BB-3702-705F-00FE-EB82224E2CBD}" dt="2026-06-15T10:34:01.546" v="243" actId="20577"/>
          <ac:spMkLst>
            <pc:docMk/>
            <pc:sldMk cId="1095280568" sldId="262"/>
            <ac:spMk id="2" creationId="{BC3214A3-6076-720F-90C3-862FD1DA25E2}"/>
          </ac:spMkLst>
        </pc:spChg>
        <pc:spChg chg="del">
          <ac:chgData name="Sarath V." userId="S::sarath.v@nestgroup.net::11759a50-5485-4f58-ac09-6b79d4ba9e0d" providerId="AD" clId="Web-{43DDD5BB-3702-705F-00FE-EB82224E2CBD}" dt="2026-06-15T10:34:15.624" v="244"/>
          <ac:spMkLst>
            <pc:docMk/>
            <pc:sldMk cId="1095280568" sldId="262"/>
            <ac:spMk id="3" creationId="{71334160-2F69-E2E5-CF75-9574841E1B99}"/>
          </ac:spMkLst>
        </pc:spChg>
        <pc:graphicFrameChg chg="add mod ord modGraphic">
          <ac:chgData name="Sarath V." userId="S::sarath.v@nestgroup.net::11759a50-5485-4f58-ac09-6b79d4ba9e0d" providerId="AD" clId="Web-{43DDD5BB-3702-705F-00FE-EB82224E2CBD}" dt="2026-06-15T10:34:27.030" v="247"/>
          <ac:graphicFrameMkLst>
            <pc:docMk/>
            <pc:sldMk cId="1095280568" sldId="262"/>
            <ac:graphicFrameMk id="5" creationId="{86CFD71C-A3CD-0D12-0BBC-2E626B6A01E0}"/>
          </ac:graphicFrameMkLst>
        </pc:graphicFrameChg>
      </pc:sldChg>
      <pc:sldChg chg="modSp new">
        <pc:chgData name="Sarath V." userId="S::sarath.v@nestgroup.net::11759a50-5485-4f58-ac09-6b79d4ba9e0d" providerId="AD" clId="Web-{43DDD5BB-3702-705F-00FE-EB82224E2CBD}" dt="2026-06-15T10:35:25.749" v="264" actId="20577"/>
        <pc:sldMkLst>
          <pc:docMk/>
          <pc:sldMk cId="4177215481" sldId="263"/>
        </pc:sldMkLst>
        <pc:spChg chg="mod">
          <ac:chgData name="Sarath V." userId="S::sarath.v@nestgroup.net::11759a50-5485-4f58-ac09-6b79d4ba9e0d" providerId="AD" clId="Web-{43DDD5BB-3702-705F-00FE-EB82224E2CBD}" dt="2026-06-15T10:34:55.952" v="249" actId="20577"/>
          <ac:spMkLst>
            <pc:docMk/>
            <pc:sldMk cId="4177215481" sldId="263"/>
            <ac:spMk id="2" creationId="{65DB7971-1E7C-6131-EB60-1E742F183BC5}"/>
          </ac:spMkLst>
        </pc:spChg>
        <pc:spChg chg="mod">
          <ac:chgData name="Sarath V." userId="S::sarath.v@nestgroup.net::11759a50-5485-4f58-ac09-6b79d4ba9e0d" providerId="AD" clId="Web-{43DDD5BB-3702-705F-00FE-EB82224E2CBD}" dt="2026-06-15T10:35:25.749" v="264" actId="20577"/>
          <ac:spMkLst>
            <pc:docMk/>
            <pc:sldMk cId="4177215481" sldId="263"/>
            <ac:spMk id="3" creationId="{BEFDCFDA-7EE2-55CD-7FA9-4B90E385B410}"/>
          </ac:spMkLst>
        </pc:spChg>
      </pc:sldChg>
      <pc:sldChg chg="addSp modSp new">
        <pc:chgData name="Sarath V." userId="S::sarath.v@nestgroup.net::11759a50-5485-4f58-ac09-6b79d4ba9e0d" providerId="AD" clId="Web-{43DDD5BB-3702-705F-00FE-EB82224E2CBD}" dt="2026-06-15T10:37:26.640" v="296" actId="20577"/>
        <pc:sldMkLst>
          <pc:docMk/>
          <pc:sldMk cId="641395149" sldId="264"/>
        </pc:sldMkLst>
        <pc:spChg chg="mod">
          <ac:chgData name="Sarath V." userId="S::sarath.v@nestgroup.net::11759a50-5485-4f58-ac09-6b79d4ba9e0d" providerId="AD" clId="Web-{43DDD5BB-3702-705F-00FE-EB82224E2CBD}" dt="2026-06-15T10:35:59.186" v="266" actId="20577"/>
          <ac:spMkLst>
            <pc:docMk/>
            <pc:sldMk cId="641395149" sldId="264"/>
            <ac:spMk id="2" creationId="{45CCA737-DA9E-3EA7-2DE1-5A1C27C7849B}"/>
          </ac:spMkLst>
        </pc:spChg>
        <pc:spChg chg="mod">
          <ac:chgData name="Sarath V." userId="S::sarath.v@nestgroup.net::11759a50-5485-4f58-ac09-6b79d4ba9e0d" providerId="AD" clId="Web-{43DDD5BB-3702-705F-00FE-EB82224E2CBD}" dt="2026-06-15T10:37:18.405" v="292" actId="14100"/>
          <ac:spMkLst>
            <pc:docMk/>
            <pc:sldMk cId="641395149" sldId="264"/>
            <ac:spMk id="3" creationId="{73846C37-C865-EABC-78A3-C2B8161644B5}"/>
          </ac:spMkLst>
        </pc:spChg>
        <pc:spChg chg="add mod">
          <ac:chgData name="Sarath V." userId="S::sarath.v@nestgroup.net::11759a50-5485-4f58-ac09-6b79d4ba9e0d" providerId="AD" clId="Web-{43DDD5BB-3702-705F-00FE-EB82224E2CBD}" dt="2026-06-15T10:37:26.640" v="296" actId="20577"/>
          <ac:spMkLst>
            <pc:docMk/>
            <pc:sldMk cId="641395149" sldId="264"/>
            <ac:spMk id="5" creationId="{0768C48C-6142-F4B0-5377-1D634A1FB0EC}"/>
          </ac:spMkLst>
        </pc:spChg>
      </pc:sldChg>
      <pc:sldChg chg="addSp modSp new">
        <pc:chgData name="Sarath V." userId="S::sarath.v@nestgroup.net::11759a50-5485-4f58-ac09-6b79d4ba9e0d" providerId="AD" clId="Web-{43DDD5BB-3702-705F-00FE-EB82224E2CBD}" dt="2026-06-15T10:42:56.046" v="357" actId="20577"/>
        <pc:sldMkLst>
          <pc:docMk/>
          <pc:sldMk cId="484332319" sldId="265"/>
        </pc:sldMkLst>
        <pc:spChg chg="mod">
          <ac:chgData name="Sarath V." userId="S::sarath.v@nestgroup.net::11759a50-5485-4f58-ac09-6b79d4ba9e0d" providerId="AD" clId="Web-{43DDD5BB-3702-705F-00FE-EB82224E2CBD}" dt="2026-06-15T10:36:43.155" v="286" actId="20577"/>
          <ac:spMkLst>
            <pc:docMk/>
            <pc:sldMk cId="484332319" sldId="265"/>
            <ac:spMk id="2" creationId="{E497513A-78F2-3744-EB04-AF36D2670FB3}"/>
          </ac:spMkLst>
        </pc:spChg>
        <pc:spChg chg="mod">
          <ac:chgData name="Sarath V." userId="S::sarath.v@nestgroup.net::11759a50-5485-4f58-ac09-6b79d4ba9e0d" providerId="AD" clId="Web-{43DDD5BB-3702-705F-00FE-EB82224E2CBD}" dt="2026-06-15T10:42:25.921" v="339"/>
          <ac:spMkLst>
            <pc:docMk/>
            <pc:sldMk cId="484332319" sldId="265"/>
            <ac:spMk id="3" creationId="{30190425-7797-EADB-83D3-D68A007DA1F2}"/>
          </ac:spMkLst>
        </pc:spChg>
        <pc:spChg chg="add mod">
          <ac:chgData name="Sarath V." userId="S::sarath.v@nestgroup.net::11759a50-5485-4f58-ac09-6b79d4ba9e0d" providerId="AD" clId="Web-{43DDD5BB-3702-705F-00FE-EB82224E2CBD}" dt="2026-06-15T10:42:56.046" v="357" actId="20577"/>
          <ac:spMkLst>
            <pc:docMk/>
            <pc:sldMk cId="484332319" sldId="265"/>
            <ac:spMk id="5" creationId="{D5BEA438-511C-162E-B370-BE9891D2F854}"/>
          </ac:spMkLst>
        </pc:spChg>
      </pc:sldChg>
      <pc:sldChg chg="modSp new">
        <pc:chgData name="Sarath V." userId="S::sarath.v@nestgroup.net::11759a50-5485-4f58-ac09-6b79d4ba9e0d" providerId="AD" clId="Web-{43DDD5BB-3702-705F-00FE-EB82224E2CBD}" dt="2026-06-15T10:55:24.860" v="364" actId="20577"/>
        <pc:sldMkLst>
          <pc:docMk/>
          <pc:sldMk cId="2601805565" sldId="266"/>
        </pc:sldMkLst>
        <pc:spChg chg="mod">
          <ac:chgData name="Sarath V." userId="S::sarath.v@nestgroup.net::11759a50-5485-4f58-ac09-6b79d4ba9e0d" providerId="AD" clId="Web-{43DDD5BB-3702-705F-00FE-EB82224E2CBD}" dt="2026-06-15T10:55:00.250" v="359" actId="20577"/>
          <ac:spMkLst>
            <pc:docMk/>
            <pc:sldMk cId="2601805565" sldId="266"/>
            <ac:spMk id="2" creationId="{7035572F-3992-5C64-68E3-BD7F50FAA750}"/>
          </ac:spMkLst>
        </pc:spChg>
        <pc:spChg chg="mod">
          <ac:chgData name="Sarath V." userId="S::sarath.v@nestgroup.net::11759a50-5485-4f58-ac09-6b79d4ba9e0d" providerId="AD" clId="Web-{43DDD5BB-3702-705F-00FE-EB82224E2CBD}" dt="2026-06-15T10:55:24.860" v="364" actId="20577"/>
          <ac:spMkLst>
            <pc:docMk/>
            <pc:sldMk cId="2601805565" sldId="266"/>
            <ac:spMk id="3" creationId="{4B3E155C-AB87-090C-E8FA-DC665638A809}"/>
          </ac:spMkLst>
        </pc:spChg>
      </pc:sldChg>
      <pc:sldChg chg="modSp new">
        <pc:chgData name="Sarath V." userId="S::sarath.v@nestgroup.net::11759a50-5485-4f58-ac09-6b79d4ba9e0d" providerId="AD" clId="Web-{43DDD5BB-3702-705F-00FE-EB82224E2CBD}" dt="2026-06-15T10:56:04.532" v="371" actId="20577"/>
        <pc:sldMkLst>
          <pc:docMk/>
          <pc:sldMk cId="1280231122" sldId="267"/>
        </pc:sldMkLst>
        <pc:spChg chg="mod">
          <ac:chgData name="Sarath V." userId="S::sarath.v@nestgroup.net::11759a50-5485-4f58-ac09-6b79d4ba9e0d" providerId="AD" clId="Web-{43DDD5BB-3702-705F-00FE-EB82224E2CBD}" dt="2026-06-15T10:55:43.079" v="366" actId="20577"/>
          <ac:spMkLst>
            <pc:docMk/>
            <pc:sldMk cId="1280231122" sldId="267"/>
            <ac:spMk id="2" creationId="{4FFF329F-D3D3-B9EA-3D7C-5F8259CBA164}"/>
          </ac:spMkLst>
        </pc:spChg>
        <pc:spChg chg="mod">
          <ac:chgData name="Sarath V." userId="S::sarath.v@nestgroup.net::11759a50-5485-4f58-ac09-6b79d4ba9e0d" providerId="AD" clId="Web-{43DDD5BB-3702-705F-00FE-EB82224E2CBD}" dt="2026-06-15T10:56:04.532" v="371" actId="20577"/>
          <ac:spMkLst>
            <pc:docMk/>
            <pc:sldMk cId="1280231122" sldId="267"/>
            <ac:spMk id="3" creationId="{0974D36E-94B4-D357-7314-E945CEA77ACA}"/>
          </ac:spMkLst>
        </pc:spChg>
      </pc:sldChg>
      <pc:sldChg chg="addSp modSp new">
        <pc:chgData name="Sarath V." userId="S::sarath.v@nestgroup.net::11759a50-5485-4f58-ac09-6b79d4ba9e0d" providerId="AD" clId="Web-{43DDD5BB-3702-705F-00FE-EB82224E2CBD}" dt="2026-06-15T10:56:52.641" v="386"/>
        <pc:sldMkLst>
          <pc:docMk/>
          <pc:sldMk cId="2585116301" sldId="268"/>
        </pc:sldMkLst>
        <pc:spChg chg="mod">
          <ac:chgData name="Sarath V." userId="S::sarath.v@nestgroup.net::11759a50-5485-4f58-ac09-6b79d4ba9e0d" providerId="AD" clId="Web-{43DDD5BB-3702-705F-00FE-EB82224E2CBD}" dt="2026-06-15T10:56:15.954" v="373" actId="20577"/>
          <ac:spMkLst>
            <pc:docMk/>
            <pc:sldMk cId="2585116301" sldId="268"/>
            <ac:spMk id="2" creationId="{BB757110-CE44-21B4-E0C7-573C2FD212FD}"/>
          </ac:spMkLst>
        </pc:spChg>
        <pc:spChg chg="mod">
          <ac:chgData name="Sarath V." userId="S::sarath.v@nestgroup.net::11759a50-5485-4f58-ac09-6b79d4ba9e0d" providerId="AD" clId="Web-{43DDD5BB-3702-705F-00FE-EB82224E2CBD}" dt="2026-06-15T10:56:37.501" v="380" actId="20577"/>
          <ac:spMkLst>
            <pc:docMk/>
            <pc:sldMk cId="2585116301" sldId="268"/>
            <ac:spMk id="3" creationId="{C2082CE2-CBDD-E72E-43B1-A10108E91B0A}"/>
          </ac:spMkLst>
        </pc:spChg>
        <pc:graphicFrameChg chg="add mod modGraphic">
          <ac:chgData name="Sarath V." userId="S::sarath.v@nestgroup.net::11759a50-5485-4f58-ac09-6b79d4ba9e0d" providerId="AD" clId="Web-{43DDD5BB-3702-705F-00FE-EB82224E2CBD}" dt="2026-06-15T10:56:52.641" v="386"/>
          <ac:graphicFrameMkLst>
            <pc:docMk/>
            <pc:sldMk cId="2585116301" sldId="268"/>
            <ac:graphicFrameMk id="5" creationId="{8500DD57-38D6-EBEB-A3BB-B12BB1930D87}"/>
          </ac:graphicFrameMkLst>
        </pc:graphicFrameChg>
      </pc:sldChg>
      <pc:sldChg chg="modSp new">
        <pc:chgData name="Sarath V." userId="S::sarath.v@nestgroup.net::11759a50-5485-4f58-ac09-6b79d4ba9e0d" providerId="AD" clId="Web-{43DDD5BB-3702-705F-00FE-EB82224E2CBD}" dt="2026-06-15T10:58:18.845" v="425" actId="20577"/>
        <pc:sldMkLst>
          <pc:docMk/>
          <pc:sldMk cId="1635459738" sldId="269"/>
        </pc:sldMkLst>
        <pc:spChg chg="mod">
          <ac:chgData name="Sarath V." userId="S::sarath.v@nestgroup.net::11759a50-5485-4f58-ac09-6b79d4ba9e0d" providerId="AD" clId="Web-{43DDD5BB-3702-705F-00FE-EB82224E2CBD}" dt="2026-06-15T10:57:11.610" v="388" actId="20577"/>
          <ac:spMkLst>
            <pc:docMk/>
            <pc:sldMk cId="1635459738" sldId="269"/>
            <ac:spMk id="2" creationId="{F54330A8-DF84-17A9-493D-9846FA5834C7}"/>
          </ac:spMkLst>
        </pc:spChg>
        <pc:spChg chg="mod">
          <ac:chgData name="Sarath V." userId="S::sarath.v@nestgroup.net::11759a50-5485-4f58-ac09-6b79d4ba9e0d" providerId="AD" clId="Web-{43DDD5BB-3702-705F-00FE-EB82224E2CBD}" dt="2026-06-15T10:58:18.845" v="425" actId="20577"/>
          <ac:spMkLst>
            <pc:docMk/>
            <pc:sldMk cId="1635459738" sldId="269"/>
            <ac:spMk id="3" creationId="{30387479-B33C-6FB9-2F7C-52B4A46ED4C4}"/>
          </ac:spMkLst>
        </pc:spChg>
      </pc:sldChg>
      <pc:sldChg chg="addSp modSp new">
        <pc:chgData name="Sarath V." userId="S::sarath.v@nestgroup.net::11759a50-5485-4f58-ac09-6b79d4ba9e0d" providerId="AD" clId="Web-{43DDD5BB-3702-705F-00FE-EB82224E2CBD}" dt="2026-06-15T11:00:52.110" v="473" actId="1076"/>
        <pc:sldMkLst>
          <pc:docMk/>
          <pc:sldMk cId="1153375528" sldId="270"/>
        </pc:sldMkLst>
        <pc:spChg chg="mod">
          <ac:chgData name="Sarath V." userId="S::sarath.v@nestgroup.net::11759a50-5485-4f58-ac09-6b79d4ba9e0d" providerId="AD" clId="Web-{43DDD5BB-3702-705F-00FE-EB82224E2CBD}" dt="2026-06-15T10:58:33.657" v="427" actId="20577"/>
          <ac:spMkLst>
            <pc:docMk/>
            <pc:sldMk cId="1153375528" sldId="270"/>
            <ac:spMk id="2" creationId="{B5FA7867-986F-2CF3-7744-7FB9C50BC12A}"/>
          </ac:spMkLst>
        </pc:spChg>
        <pc:spChg chg="mod">
          <ac:chgData name="Sarath V." userId="S::sarath.v@nestgroup.net::11759a50-5485-4f58-ac09-6b79d4ba9e0d" providerId="AD" clId="Web-{43DDD5BB-3702-705F-00FE-EB82224E2CBD}" dt="2026-06-15T11:00:06.798" v="457" actId="20577"/>
          <ac:spMkLst>
            <pc:docMk/>
            <pc:sldMk cId="1153375528" sldId="270"/>
            <ac:spMk id="3" creationId="{62ED1144-4452-425F-2238-2DA6D2B0D757}"/>
          </ac:spMkLst>
        </pc:spChg>
        <pc:spChg chg="add mod">
          <ac:chgData name="Sarath V." userId="S::sarath.v@nestgroup.net::11759a50-5485-4f58-ac09-6b79d4ba9e0d" providerId="AD" clId="Web-{43DDD5BB-3702-705F-00FE-EB82224E2CBD}" dt="2026-06-15T11:00:02.360" v="453" actId="1076"/>
          <ac:spMkLst>
            <pc:docMk/>
            <pc:sldMk cId="1153375528" sldId="270"/>
            <ac:spMk id="4" creationId="{2D978FC5-9CF3-1DFD-1F26-A6E5E4B3AFB6}"/>
          </ac:spMkLst>
        </pc:spChg>
        <pc:spChg chg="add mod">
          <ac:chgData name="Sarath V." userId="S::sarath.v@nestgroup.net::11759a50-5485-4f58-ac09-6b79d4ba9e0d" providerId="AD" clId="Web-{43DDD5BB-3702-705F-00FE-EB82224E2CBD}" dt="2026-06-15T11:00:52.110" v="473" actId="1076"/>
          <ac:spMkLst>
            <pc:docMk/>
            <pc:sldMk cId="1153375528" sldId="270"/>
            <ac:spMk id="5" creationId="{E4101E6C-7A2B-2460-FEC1-77D075851F23}"/>
          </ac:spMkLst>
        </pc:spChg>
      </pc:sldChg>
      <pc:sldChg chg="addSp delSp modSp new">
        <pc:chgData name="Sarath V." userId="S::sarath.v@nestgroup.net::11759a50-5485-4f58-ac09-6b79d4ba9e0d" providerId="AD" clId="Web-{43DDD5BB-3702-705F-00FE-EB82224E2CBD}" dt="2026-06-15T11:01:31.204" v="485"/>
        <pc:sldMkLst>
          <pc:docMk/>
          <pc:sldMk cId="422713149" sldId="271"/>
        </pc:sldMkLst>
        <pc:spChg chg="mod">
          <ac:chgData name="Sarath V." userId="S::sarath.v@nestgroup.net::11759a50-5485-4f58-ac09-6b79d4ba9e0d" providerId="AD" clId="Web-{43DDD5BB-3702-705F-00FE-EB82224E2CBD}" dt="2026-06-15T11:01:18.423" v="481" actId="20577"/>
          <ac:spMkLst>
            <pc:docMk/>
            <pc:sldMk cId="422713149" sldId="271"/>
            <ac:spMk id="2" creationId="{93C5301C-CC8E-BA93-F379-6F0F63EBC297}"/>
          </ac:spMkLst>
        </pc:spChg>
        <pc:spChg chg="del">
          <ac:chgData name="Sarath V." userId="S::sarath.v@nestgroup.net::11759a50-5485-4f58-ac09-6b79d4ba9e0d" providerId="AD" clId="Web-{43DDD5BB-3702-705F-00FE-EB82224E2CBD}" dt="2026-06-15T11:01:24.626" v="482"/>
          <ac:spMkLst>
            <pc:docMk/>
            <pc:sldMk cId="422713149" sldId="271"/>
            <ac:spMk id="3" creationId="{11B2D723-1185-DCE4-E198-8B152D56958D}"/>
          </ac:spMkLst>
        </pc:spChg>
        <pc:graphicFrameChg chg="add mod ord modGraphic">
          <ac:chgData name="Sarath V." userId="S::sarath.v@nestgroup.net::11759a50-5485-4f58-ac09-6b79d4ba9e0d" providerId="AD" clId="Web-{43DDD5BB-3702-705F-00FE-EB82224E2CBD}" dt="2026-06-15T11:01:31.204" v="485"/>
          <ac:graphicFrameMkLst>
            <pc:docMk/>
            <pc:sldMk cId="422713149" sldId="271"/>
            <ac:graphicFrameMk id="5" creationId="{13F430D0-BC89-1A1A-FD79-CD0434292903}"/>
          </ac:graphicFrameMkLst>
        </pc:graphicFrameChg>
      </pc:sldChg>
      <pc:sldChg chg="modSp new">
        <pc:chgData name="Sarath V." userId="S::sarath.v@nestgroup.net::11759a50-5485-4f58-ac09-6b79d4ba9e0d" providerId="AD" clId="Web-{43DDD5BB-3702-705F-00FE-EB82224E2CBD}" dt="2026-06-15T11:01:55.314" v="493"/>
        <pc:sldMkLst>
          <pc:docMk/>
          <pc:sldMk cId="1046909804" sldId="272"/>
        </pc:sldMkLst>
        <pc:spChg chg="mod">
          <ac:chgData name="Sarath V." userId="S::sarath.v@nestgroup.net::11759a50-5485-4f58-ac09-6b79d4ba9e0d" providerId="AD" clId="Web-{43DDD5BB-3702-705F-00FE-EB82224E2CBD}" dt="2026-06-15T11:01:42.673" v="487" actId="20577"/>
          <ac:spMkLst>
            <pc:docMk/>
            <pc:sldMk cId="1046909804" sldId="272"/>
            <ac:spMk id="2" creationId="{1D9CB500-D4A3-83B0-566D-E889598C6F24}"/>
          </ac:spMkLst>
        </pc:spChg>
        <pc:spChg chg="mod">
          <ac:chgData name="Sarath V." userId="S::sarath.v@nestgroup.net::11759a50-5485-4f58-ac09-6b79d4ba9e0d" providerId="AD" clId="Web-{43DDD5BB-3702-705F-00FE-EB82224E2CBD}" dt="2026-06-15T11:01:55.314" v="493"/>
          <ac:spMkLst>
            <pc:docMk/>
            <pc:sldMk cId="1046909804" sldId="272"/>
            <ac:spMk id="3" creationId="{33D56B61-6A33-3E23-B115-51D62A48D81A}"/>
          </ac:spMkLst>
        </pc:spChg>
      </pc:sldChg>
      <pc:sldChg chg="modSp new">
        <pc:chgData name="Sarath V." userId="S::sarath.v@nestgroup.net::11759a50-5485-4f58-ac09-6b79d4ba9e0d" providerId="AD" clId="Web-{43DDD5BB-3702-705F-00FE-EB82224E2CBD}" dt="2026-06-15T11:02:32.064" v="516" actId="20577"/>
        <pc:sldMkLst>
          <pc:docMk/>
          <pc:sldMk cId="1863571729" sldId="273"/>
        </pc:sldMkLst>
        <pc:spChg chg="mod">
          <ac:chgData name="Sarath V." userId="S::sarath.v@nestgroup.net::11759a50-5485-4f58-ac09-6b79d4ba9e0d" providerId="AD" clId="Web-{43DDD5BB-3702-705F-00FE-EB82224E2CBD}" dt="2026-06-15T11:02:13.485" v="495" actId="20577"/>
          <ac:spMkLst>
            <pc:docMk/>
            <pc:sldMk cId="1863571729" sldId="273"/>
            <ac:spMk id="2" creationId="{7CBCE192-D79E-6C46-49E4-03F6B879567B}"/>
          </ac:spMkLst>
        </pc:spChg>
        <pc:spChg chg="mod">
          <ac:chgData name="Sarath V." userId="S::sarath.v@nestgroup.net::11759a50-5485-4f58-ac09-6b79d4ba9e0d" providerId="AD" clId="Web-{43DDD5BB-3702-705F-00FE-EB82224E2CBD}" dt="2026-06-15T11:02:32.064" v="516" actId="20577"/>
          <ac:spMkLst>
            <pc:docMk/>
            <pc:sldMk cId="1863571729" sldId="273"/>
            <ac:spMk id="3" creationId="{BB01AE58-8D10-6D87-2994-F9BD8A2A7C3D}"/>
          </ac:spMkLst>
        </pc:spChg>
      </pc:sldChg>
      <pc:sldChg chg="addSp delSp modSp new">
        <pc:chgData name="Sarath V." userId="S::sarath.v@nestgroup.net::11759a50-5485-4f58-ac09-6b79d4ba9e0d" providerId="AD" clId="Web-{43DDD5BB-3702-705F-00FE-EB82224E2CBD}" dt="2026-06-15T11:03:50.486" v="531" actId="1076"/>
        <pc:sldMkLst>
          <pc:docMk/>
          <pc:sldMk cId="1094436236" sldId="274"/>
        </pc:sldMkLst>
        <pc:spChg chg="mod">
          <ac:chgData name="Sarath V." userId="S::sarath.v@nestgroup.net::11759a50-5485-4f58-ac09-6b79d4ba9e0d" providerId="AD" clId="Web-{43DDD5BB-3702-705F-00FE-EB82224E2CBD}" dt="2026-06-15T11:03:02.360" v="524" actId="20577"/>
          <ac:spMkLst>
            <pc:docMk/>
            <pc:sldMk cId="1094436236" sldId="274"/>
            <ac:spMk id="2" creationId="{EE193164-9601-56B5-5B86-5A5ADD40CCC6}"/>
          </ac:spMkLst>
        </pc:spChg>
        <pc:spChg chg="del mod">
          <ac:chgData name="Sarath V." userId="S::sarath.v@nestgroup.net::11759a50-5485-4f58-ac09-6b79d4ba9e0d" providerId="AD" clId="Web-{43DDD5BB-3702-705F-00FE-EB82224E2CBD}" dt="2026-06-15T11:03:23.767" v="529"/>
          <ac:spMkLst>
            <pc:docMk/>
            <pc:sldMk cId="1094436236" sldId="274"/>
            <ac:spMk id="3" creationId="{36D45616-AD54-C710-ADE7-BC2356E27A94}"/>
          </ac:spMkLst>
        </pc:spChg>
        <pc:spChg chg="add del mod">
          <ac:chgData name="Sarath V." userId="S::sarath.v@nestgroup.net::11759a50-5485-4f58-ac09-6b79d4ba9e0d" providerId="AD" clId="Web-{43DDD5BB-3702-705F-00FE-EB82224E2CBD}" dt="2026-06-15T11:03:47.673" v="530"/>
          <ac:spMkLst>
            <pc:docMk/>
            <pc:sldMk cId="1094436236" sldId="274"/>
            <ac:spMk id="5" creationId="{8114B45B-F642-FC8D-6D8F-C839629B0725}"/>
          </ac:spMkLst>
        </pc:spChg>
        <pc:picChg chg="add mod ord">
          <ac:chgData name="Sarath V." userId="S::sarath.v@nestgroup.net::11759a50-5485-4f58-ac09-6b79d4ba9e0d" providerId="AD" clId="Web-{43DDD5BB-3702-705F-00FE-EB82224E2CBD}" dt="2026-06-15T11:03:50.486" v="531" actId="1076"/>
          <ac:picMkLst>
            <pc:docMk/>
            <pc:sldMk cId="1094436236" sldId="274"/>
            <ac:picMk id="6" creationId="{F7884FB3-9D8D-3AAE-A279-3326233FC199}"/>
          </ac:picMkLst>
        </pc:picChg>
      </pc:sldChg>
      <pc:sldChg chg="modSp new">
        <pc:chgData name="Sarath V." userId="S::sarath.v@nestgroup.net::11759a50-5485-4f58-ac09-6b79d4ba9e0d" providerId="AD" clId="Web-{43DDD5BB-3702-705F-00FE-EB82224E2CBD}" dt="2026-06-15T11:05:20.439" v="558"/>
        <pc:sldMkLst>
          <pc:docMk/>
          <pc:sldMk cId="216957163" sldId="275"/>
        </pc:sldMkLst>
        <pc:spChg chg="mod">
          <ac:chgData name="Sarath V." userId="S::sarath.v@nestgroup.net::11759a50-5485-4f58-ac09-6b79d4ba9e0d" providerId="AD" clId="Web-{43DDD5BB-3702-705F-00FE-EB82224E2CBD}" dt="2026-06-15T11:04:04.157" v="533" actId="20577"/>
          <ac:spMkLst>
            <pc:docMk/>
            <pc:sldMk cId="216957163" sldId="275"/>
            <ac:spMk id="2" creationId="{7BA3453C-0C62-AD84-9BD5-CC3CD8BDE279}"/>
          </ac:spMkLst>
        </pc:spChg>
        <pc:spChg chg="mod">
          <ac:chgData name="Sarath V." userId="S::sarath.v@nestgroup.net::11759a50-5485-4f58-ac09-6b79d4ba9e0d" providerId="AD" clId="Web-{43DDD5BB-3702-705F-00FE-EB82224E2CBD}" dt="2026-06-15T11:05:20.439" v="558"/>
          <ac:spMkLst>
            <pc:docMk/>
            <pc:sldMk cId="216957163" sldId="275"/>
            <ac:spMk id="3" creationId="{3BA6393D-5873-D1C7-1284-4D196348B9A7}"/>
          </ac:spMkLst>
        </pc:spChg>
      </pc:sldChg>
    </pc:docChg>
  </pc:docChgLst>
  <pc:docChgLst>
    <pc:chgData name="Sarath V." userId="S::sarath.v@nestgroup.net::11759a50-5485-4f58-ac09-6b79d4ba9e0d" providerId="AD" clId="Web-{CE08FBFC-257D-8867-7FB5-46FAAF0FE86F}"/>
    <pc:docChg chg="addSld modSld">
      <pc:chgData name="Sarath V." userId="S::sarath.v@nestgroup.net::11759a50-5485-4f58-ac09-6b79d4ba9e0d" providerId="AD" clId="Web-{CE08FBFC-257D-8867-7FB5-46FAAF0FE86F}" dt="2026-06-15T11:16:36.440" v="628" actId="1076"/>
      <pc:docMkLst>
        <pc:docMk/>
      </pc:docMkLst>
      <pc:sldChg chg="addSp delSp modSp new">
        <pc:chgData name="Sarath V." userId="S::sarath.v@nestgroup.net::11759a50-5485-4f58-ac09-6b79d4ba9e0d" providerId="AD" clId="Web-{CE08FBFC-257D-8867-7FB5-46FAAF0FE86F}" dt="2026-06-15T11:15:45.095" v="614" actId="20577"/>
        <pc:sldMkLst>
          <pc:docMk/>
          <pc:sldMk cId="128940972" sldId="276"/>
        </pc:sldMkLst>
        <pc:spChg chg="mod">
          <ac:chgData name="Sarath V." userId="S::sarath.v@nestgroup.net::11759a50-5485-4f58-ac09-6b79d4ba9e0d" providerId="AD" clId="Web-{CE08FBFC-257D-8867-7FB5-46FAAF0FE86F}" dt="2026-06-15T11:15:45.095" v="614" actId="20577"/>
          <ac:spMkLst>
            <pc:docMk/>
            <pc:sldMk cId="128940972" sldId="276"/>
            <ac:spMk id="2" creationId="{4A07C579-6987-ED01-9518-FE1DE21CA30E}"/>
          </ac:spMkLst>
        </pc:spChg>
        <pc:spChg chg="del">
          <ac:chgData name="Sarath V." userId="S::sarath.v@nestgroup.net::11759a50-5485-4f58-ac09-6b79d4ba9e0d" providerId="AD" clId="Web-{CE08FBFC-257D-8867-7FB5-46FAAF0FE86F}" dt="2026-06-15T11:15:04.813" v="1"/>
          <ac:spMkLst>
            <pc:docMk/>
            <pc:sldMk cId="128940972" sldId="276"/>
            <ac:spMk id="3" creationId="{BDD1A73E-2C1A-A796-EF23-00140EFCFA22}"/>
          </ac:spMkLst>
        </pc:spChg>
        <pc:graphicFrameChg chg="add mod ord modGraphic">
          <ac:chgData name="Sarath V." userId="S::sarath.v@nestgroup.net::11759a50-5485-4f58-ac09-6b79d4ba9e0d" providerId="AD" clId="Web-{CE08FBFC-257D-8867-7FB5-46FAAF0FE86F}" dt="2026-06-15T11:15:35.236" v="613"/>
          <ac:graphicFrameMkLst>
            <pc:docMk/>
            <pc:sldMk cId="128940972" sldId="276"/>
            <ac:graphicFrameMk id="5" creationId="{B8591926-72ED-5B6A-F53F-F6D124EBDF90}"/>
          </ac:graphicFrameMkLst>
        </pc:graphicFrameChg>
      </pc:sldChg>
      <pc:sldChg chg="modSp new">
        <pc:chgData name="Sarath V." userId="S::sarath.v@nestgroup.net::11759a50-5485-4f58-ac09-6b79d4ba9e0d" providerId="AD" clId="Web-{CE08FBFC-257D-8867-7FB5-46FAAF0FE86F}" dt="2026-06-15T11:16:36.440" v="628" actId="1076"/>
        <pc:sldMkLst>
          <pc:docMk/>
          <pc:sldMk cId="2815288669" sldId="277"/>
        </pc:sldMkLst>
        <pc:spChg chg="mod">
          <ac:chgData name="Sarath V." userId="S::sarath.v@nestgroup.net::11759a50-5485-4f58-ac09-6b79d4ba9e0d" providerId="AD" clId="Web-{CE08FBFC-257D-8867-7FB5-46FAAF0FE86F}" dt="2026-06-15T11:16:08.799" v="623" actId="20577"/>
          <ac:spMkLst>
            <pc:docMk/>
            <pc:sldMk cId="2815288669" sldId="277"/>
            <ac:spMk id="2" creationId="{910C7E40-638D-8FD3-63D1-C1360CCD1DCC}"/>
          </ac:spMkLst>
        </pc:spChg>
        <pc:spChg chg="mod">
          <ac:chgData name="Sarath V." userId="S::sarath.v@nestgroup.net::11759a50-5485-4f58-ac09-6b79d4ba9e0d" providerId="AD" clId="Web-{CE08FBFC-257D-8867-7FB5-46FAAF0FE86F}" dt="2026-06-15T11:16:36.440" v="628" actId="1076"/>
          <ac:spMkLst>
            <pc:docMk/>
            <pc:sldMk cId="2815288669" sldId="277"/>
            <ac:spMk id="3" creationId="{E496910E-8347-9766-1A03-ECBDB61F0646}"/>
          </ac:spMkLst>
        </pc:spChg>
      </pc:sldChg>
    </pc:docChg>
  </pc:docChgLst>
  <pc:docChgLst>
    <pc:chgData name="Sarath V." userId="S::sarath.v@nestgroup.net::11759a50-5485-4f58-ac09-6b79d4ba9e0d" providerId="AD" clId="Web-{E6DE46B0-39C9-479E-FEB7-AB4BD6A69DF4}"/>
    <pc:docChg chg="addSld">
      <pc:chgData name="Sarath V." userId="S::sarath.v@nestgroup.net::11759a50-5485-4f58-ac09-6b79d4ba9e0d" providerId="AD" clId="Web-{E6DE46B0-39C9-479E-FEB7-AB4BD6A69DF4}" dt="2026-06-15T14:18:27.756" v="0"/>
      <pc:docMkLst>
        <pc:docMk/>
      </pc:docMkLst>
      <pc:sldChg chg="add">
        <pc:chgData name="Sarath V." userId="S::sarath.v@nestgroup.net::11759a50-5485-4f58-ac09-6b79d4ba9e0d" providerId="AD" clId="Web-{E6DE46B0-39C9-479E-FEB7-AB4BD6A69DF4}" dt="2026-06-15T14:18:27.756" v="0"/>
        <pc:sldMkLst>
          <pc:docMk/>
          <pc:sldMk cId="2287427571" sldId="27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C3390-FA87-D40B-BB89-5476484D5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Purpose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748B5-8CB3-10CE-6C8F-1767A485FE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400">
                <a:ea typeface="+mn-lt"/>
                <a:cs typeface="+mn-lt"/>
              </a:rPr>
              <a:t>The Feature Engineering Layer transforms the </a:t>
            </a:r>
            <a:r>
              <a:rPr lang="en-US" sz="1400" b="1">
                <a:ea typeface="+mn-lt"/>
                <a:cs typeface="+mn-lt"/>
              </a:rPr>
              <a:t>Validated Requirement Model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>
                <a:ea typeface="+mn-lt"/>
                <a:cs typeface="+mn-lt"/>
              </a:rPr>
              <a:t>produced by the Requirement Intelligence Layer into governed and executable BDD assets.</a:t>
            </a:r>
            <a:endParaRPr lang="en-US" sz="1400"/>
          </a:p>
          <a:p>
            <a:pPr marL="0" indent="0">
              <a:buNone/>
            </a:pPr>
            <a:r>
              <a:rPr lang="en-US" sz="1400" dirty="0">
                <a:ea typeface="+mn-lt"/>
                <a:cs typeface="+mn-lt"/>
              </a:rPr>
              <a:t>The layer is responsible for:</a:t>
            </a:r>
            <a:endParaRPr lang="en-US" sz="1400" dirty="0"/>
          </a:p>
          <a:p>
            <a:r>
              <a:rPr lang="en-US" sz="1400">
                <a:ea typeface="+mn-lt"/>
                <a:cs typeface="+mn-lt"/>
              </a:rPr>
              <a:t>Feature generation </a:t>
            </a:r>
            <a:endParaRPr lang="en-US" sz="1400"/>
          </a:p>
          <a:p>
            <a:r>
              <a:rPr lang="en-US" sz="1400">
                <a:ea typeface="+mn-lt"/>
                <a:cs typeface="+mn-lt"/>
              </a:rPr>
              <a:t>Scenario generation </a:t>
            </a:r>
            <a:endParaRPr lang="en-US" sz="1400"/>
          </a:p>
          <a:p>
            <a:r>
              <a:rPr lang="en-US" sz="1400">
                <a:ea typeface="+mn-lt"/>
                <a:cs typeface="+mn-lt"/>
              </a:rPr>
              <a:t>Scenario outline generation </a:t>
            </a:r>
            <a:endParaRPr lang="en-US" sz="1400"/>
          </a:p>
          <a:p>
            <a:r>
              <a:rPr lang="en-US" sz="1400">
                <a:ea typeface="+mn-lt"/>
                <a:cs typeface="+mn-lt"/>
              </a:rPr>
              <a:t>Test data generation </a:t>
            </a:r>
            <a:endParaRPr lang="en-US" sz="1400"/>
          </a:p>
          <a:p>
            <a:r>
              <a:rPr lang="en-US" sz="1400">
                <a:ea typeface="+mn-lt"/>
                <a:cs typeface="+mn-lt"/>
              </a:rPr>
              <a:t>Feature governance </a:t>
            </a:r>
            <a:endParaRPr lang="en-US" sz="1400"/>
          </a:p>
          <a:p>
            <a:r>
              <a:rPr lang="en-US" sz="1400">
                <a:ea typeface="+mn-lt"/>
                <a:cs typeface="+mn-lt"/>
              </a:rPr>
              <a:t>Gherkin compliance validation </a:t>
            </a:r>
            <a:endParaRPr lang="en-US" sz="1400"/>
          </a:p>
          <a:p>
            <a:r>
              <a:rPr lang="en-US" sz="1400">
                <a:ea typeface="+mn-lt"/>
                <a:cs typeface="+mn-lt"/>
              </a:rPr>
              <a:t>AI-assisted remediation </a:t>
            </a:r>
            <a:endParaRPr lang="en-US" sz="1400"/>
          </a:p>
          <a:p>
            <a:r>
              <a:rPr lang="en-US" sz="1400">
                <a:ea typeface="+mn-lt"/>
                <a:cs typeface="+mn-lt"/>
              </a:rPr>
              <a:t>CP2 validation</a:t>
            </a:r>
            <a:endParaRPr lang="en-US" sz="140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>
                <a:ea typeface="+mn-lt"/>
                <a:cs typeface="+mn-lt"/>
              </a:rPr>
              <a:t>Output:</a:t>
            </a:r>
            <a:endParaRPr lang="en-US"/>
          </a:p>
          <a:p>
            <a:pPr marL="0" indent="0">
              <a:buNone/>
            </a:pPr>
            <a:r>
              <a:rPr lang="en-US" sz="1400">
                <a:ea typeface="+mn-lt"/>
                <a:cs typeface="+mn-lt"/>
              </a:rPr>
              <a:t>Validated Feature Package</a:t>
            </a:r>
            <a:endParaRPr lang="en-US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586860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161AB-B809-A70F-C2C2-D5E5404D6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Inputs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0B232-6C5A-1B23-AA17-4D30A01914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800">
                <a:ea typeface="+mn-lt"/>
                <a:cs typeface="+mn-lt"/>
              </a:rPr>
              <a:t>Primary Input:</a:t>
            </a:r>
            <a:endParaRPr lang="en-US" sz="1800"/>
          </a:p>
          <a:p>
            <a:r>
              <a:rPr lang="en-US" sz="1800" dirty="0">
                <a:latin typeface="Consolas"/>
              </a:rPr>
              <a:t>validated-requirement-</a:t>
            </a:r>
            <a:r>
              <a:rPr lang="en-US" sz="1800" dirty="0" err="1">
                <a:latin typeface="Consolas"/>
              </a:rPr>
              <a:t>model.json</a:t>
            </a:r>
            <a:endParaRPr lang="en-US" sz="1800" dirty="0" err="1"/>
          </a:p>
          <a:p>
            <a:pPr marL="0" indent="0">
              <a:buNone/>
            </a:pPr>
            <a:r>
              <a:rPr lang="en-US" sz="1800">
                <a:ea typeface="+mn-lt"/>
                <a:cs typeface="+mn-lt"/>
              </a:rPr>
              <a:t>Produced by:</a:t>
            </a:r>
            <a:endParaRPr lang="en-US" sz="1800"/>
          </a:p>
          <a:p>
            <a:r>
              <a:rPr lang="en-US" sz="1800">
                <a:latin typeface="Consolas"/>
              </a:rPr>
              <a:t>Requirement Intelligence Layer</a:t>
            </a:r>
            <a:endParaRPr lang="en-US" sz="1800"/>
          </a:p>
          <a:p>
            <a:pPr marL="0" indent="0">
              <a:buNone/>
            </a:pPr>
            <a:endParaRPr lang="en-US" sz="18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800">
                <a:ea typeface="+mn-lt"/>
                <a:cs typeface="+mn-lt"/>
              </a:rPr>
              <a:t>Contains:</a:t>
            </a:r>
            <a:endParaRPr lang="en-US" sz="1800"/>
          </a:p>
          <a:p>
            <a:pPr marL="0" indent="0">
              <a:buNone/>
            </a:pPr>
            <a:r>
              <a:rPr lang="en-US" sz="1800" dirty="0">
                <a:latin typeface="Consolas"/>
              </a:rPr>
              <a:t>{</a:t>
            </a:r>
            <a:br>
              <a:rPr lang="en-US" sz="1800" dirty="0">
                <a:latin typeface="Consolas"/>
              </a:rPr>
            </a:br>
            <a:r>
              <a:rPr lang="en-US" sz="1800" dirty="0">
                <a:latin typeface="Consolas"/>
              </a:rPr>
              <a:t>  "feature": "Customer Login",</a:t>
            </a:r>
            <a:br>
              <a:rPr lang="en-US" sz="1800" dirty="0">
                <a:latin typeface="Consolas"/>
              </a:rPr>
            </a:br>
            <a:r>
              <a:rPr lang="en-US" sz="1800" dirty="0">
                <a:latin typeface="Consolas"/>
              </a:rPr>
              <a:t>  "</a:t>
            </a:r>
            <a:r>
              <a:rPr lang="en-US" sz="1800" dirty="0" err="1">
                <a:latin typeface="Consolas"/>
              </a:rPr>
              <a:t>functionalAcceptanceCriteria</a:t>
            </a:r>
            <a:r>
              <a:rPr lang="en-US" sz="1800" dirty="0">
                <a:latin typeface="Consolas"/>
              </a:rPr>
              <a:t>": [],</a:t>
            </a:r>
            <a:br>
              <a:rPr lang="en-US" sz="1800" dirty="0">
                <a:latin typeface="Consolas"/>
              </a:rPr>
            </a:br>
            <a:r>
              <a:rPr lang="en-US" sz="1800" dirty="0">
                <a:latin typeface="Consolas"/>
              </a:rPr>
              <a:t>  "</a:t>
            </a:r>
            <a:r>
              <a:rPr lang="en-US" sz="1800" dirty="0" err="1">
                <a:latin typeface="Consolas"/>
              </a:rPr>
              <a:t>securityAcceptanceCriteria</a:t>
            </a:r>
            <a:r>
              <a:rPr lang="en-US" sz="1800" dirty="0">
                <a:latin typeface="Consolas"/>
              </a:rPr>
              <a:t>": [],</a:t>
            </a:r>
            <a:br>
              <a:rPr lang="en-US" sz="1800" dirty="0">
                <a:latin typeface="Consolas"/>
              </a:rPr>
            </a:br>
            <a:r>
              <a:rPr lang="en-US" sz="1800" dirty="0">
                <a:latin typeface="Consolas"/>
              </a:rPr>
              <a:t>  "</a:t>
            </a:r>
            <a:r>
              <a:rPr lang="en-US" sz="1800" dirty="0" err="1">
                <a:latin typeface="Consolas"/>
              </a:rPr>
              <a:t>qualityAcceptanceCriteria</a:t>
            </a:r>
            <a:r>
              <a:rPr lang="en-US" sz="1800" dirty="0">
                <a:latin typeface="Consolas"/>
              </a:rPr>
              <a:t>": [],</a:t>
            </a:r>
            <a:br>
              <a:rPr lang="en-US" sz="1800" dirty="0">
                <a:latin typeface="Consolas"/>
              </a:rPr>
            </a:br>
            <a:r>
              <a:rPr lang="en-US" sz="1800" dirty="0">
                <a:latin typeface="Consolas"/>
              </a:rPr>
              <a:t>  "</a:t>
            </a:r>
            <a:r>
              <a:rPr lang="en-US" sz="1800" dirty="0" err="1">
                <a:latin typeface="Consolas"/>
              </a:rPr>
              <a:t>riskBasedScenarios</a:t>
            </a:r>
            <a:r>
              <a:rPr lang="en-US" sz="1800" dirty="0">
                <a:latin typeface="Consolas"/>
              </a:rPr>
              <a:t>": []</a:t>
            </a:r>
            <a:br>
              <a:rPr lang="en-US" sz="1800" dirty="0">
                <a:latin typeface="Consolas"/>
              </a:rPr>
            </a:br>
            <a:r>
              <a:rPr lang="en-US" sz="1800" dirty="0">
                <a:latin typeface="Consolas"/>
              </a:rPr>
              <a:t>}</a:t>
            </a:r>
            <a:endParaRPr lang="en-US" sz="1800" dirty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322801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11E30-58FA-BADE-5B23-055389D11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Outputs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BFFA7-2192-9287-425C-5BCE1BCB76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/>
              <a:t>Work Product 1</a:t>
            </a:r>
          </a:p>
          <a:p>
            <a:r>
              <a:rPr lang="en-US">
                <a:latin typeface="Consolas"/>
              </a:rPr>
              <a:t>Generated Feature Files</a:t>
            </a:r>
            <a:br>
              <a:rPr lang="en-US" dirty="0"/>
            </a:br>
            <a:endParaRPr lang="en-US"/>
          </a:p>
          <a:p>
            <a:pPr marL="0" indent="0">
              <a:buNone/>
            </a:pPr>
            <a:r>
              <a:rPr lang="en-US"/>
              <a:t>Work Product 2</a:t>
            </a:r>
          </a:p>
          <a:p>
            <a:r>
              <a:rPr lang="en-US">
                <a:latin typeface="Consolas"/>
              </a:rPr>
              <a:t>Feature Governance Report</a:t>
            </a:r>
            <a:br>
              <a:rPr lang="en-US" dirty="0"/>
            </a:br>
            <a:endParaRPr lang="en-US"/>
          </a:p>
          <a:p>
            <a:pPr marL="0" indent="0">
              <a:buNone/>
            </a:pPr>
            <a:r>
              <a:rPr lang="en-US"/>
              <a:t>Work Product 3</a:t>
            </a:r>
          </a:p>
          <a:p>
            <a:r>
              <a:rPr lang="en-US">
                <a:latin typeface="Consolas"/>
              </a:rPr>
              <a:t>CP2 Validation Report</a:t>
            </a:r>
            <a:br>
              <a:rPr lang="en-US" dirty="0"/>
            </a:br>
            <a:endParaRPr lang="en-US"/>
          </a:p>
          <a:p>
            <a:pPr marL="0" indent="0">
              <a:buNone/>
            </a:pPr>
            <a:r>
              <a:rPr lang="en-US"/>
              <a:t>Final Work Product</a:t>
            </a:r>
          </a:p>
          <a:p>
            <a:r>
              <a:rPr lang="en-US">
                <a:latin typeface="Consolas"/>
              </a:rPr>
              <a:t>Validated Feature Package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444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ED37C-7AFA-9570-B067-D276C6453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High Level Flow</a:t>
            </a: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6CA17B-9764-1CF7-1830-8F1586DBEE65}"/>
              </a:ext>
            </a:extLst>
          </p:cNvPr>
          <p:cNvSpPr/>
          <p:nvPr/>
        </p:nvSpPr>
        <p:spPr>
          <a:xfrm>
            <a:off x="1029156" y="1677312"/>
            <a:ext cx="1518617" cy="7396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ea typeface="+mn-lt"/>
                <a:cs typeface="+mn-lt"/>
              </a:rPr>
              <a:t>Validated Requirement Model</a:t>
            </a:r>
            <a:endParaRPr lang="en-US" sz="16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7C99C8-A486-0439-8F0A-458B6CAC11EB}"/>
              </a:ext>
            </a:extLst>
          </p:cNvPr>
          <p:cNvSpPr/>
          <p:nvPr/>
        </p:nvSpPr>
        <p:spPr>
          <a:xfrm>
            <a:off x="2949813" y="1666873"/>
            <a:ext cx="1560370" cy="7448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>
                <a:ea typeface="+mn-lt"/>
                <a:cs typeface="+mn-lt"/>
              </a:rPr>
              <a:t>Prompt Library</a:t>
            </a:r>
            <a:endParaRPr lang="en-US" sz="1600"/>
          </a:p>
          <a:p>
            <a:pPr algn="ctr"/>
            <a:r>
              <a:rPr lang="en-US" sz="1600">
                <a:ea typeface="+mn-lt"/>
                <a:cs typeface="+mn-lt"/>
              </a:rPr>
              <a:t>(Existing Copilot Assets)</a:t>
            </a:r>
            <a:endParaRPr lang="en-US" sz="16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67A3CF-CB53-8DAB-5B8D-C125F44A8F03}"/>
              </a:ext>
            </a:extLst>
          </p:cNvPr>
          <p:cNvSpPr/>
          <p:nvPr/>
        </p:nvSpPr>
        <p:spPr>
          <a:xfrm>
            <a:off x="5000949" y="1666872"/>
            <a:ext cx="1330726" cy="7500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>
                <a:ea typeface="+mn-lt"/>
                <a:cs typeface="+mn-lt"/>
              </a:rPr>
              <a:t>Feature Generation Engine</a:t>
            </a:r>
            <a:endParaRPr lang="en-US" sz="16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D1882DD-5574-569C-D91B-7E9C8FA8579A}"/>
              </a:ext>
            </a:extLst>
          </p:cNvPr>
          <p:cNvSpPr/>
          <p:nvPr/>
        </p:nvSpPr>
        <p:spPr>
          <a:xfrm>
            <a:off x="6801566" y="1666871"/>
            <a:ext cx="1341164" cy="7500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>
                <a:ea typeface="+mn-lt"/>
                <a:cs typeface="+mn-lt"/>
              </a:rPr>
              <a:t>Generated Feature Files</a:t>
            </a:r>
            <a:endParaRPr lang="en-US" sz="16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57F2221-6128-67EA-3E30-7E13BBB092D1}"/>
              </a:ext>
            </a:extLst>
          </p:cNvPr>
          <p:cNvSpPr/>
          <p:nvPr/>
        </p:nvSpPr>
        <p:spPr>
          <a:xfrm>
            <a:off x="8612619" y="1661651"/>
            <a:ext cx="1262877" cy="7448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>
                <a:ea typeface="+mn-lt"/>
                <a:cs typeface="+mn-lt"/>
              </a:rPr>
              <a:t>Feature Governance Engine</a:t>
            </a:r>
            <a:endParaRPr lang="en-US" sz="16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DCF16AC-6137-213F-9ADB-5EF1FF436FE7}"/>
              </a:ext>
            </a:extLst>
          </p:cNvPr>
          <p:cNvSpPr/>
          <p:nvPr/>
        </p:nvSpPr>
        <p:spPr>
          <a:xfrm>
            <a:off x="1044813" y="3770202"/>
            <a:ext cx="1502959" cy="7500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/>
              <a:t>Validated Feature Package</a:t>
            </a:r>
            <a:endParaRPr lang="en-US" sz="1600">
              <a:solidFill>
                <a:srgbClr val="00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88F840-F863-6F2F-D127-F1354200AB20}"/>
              </a:ext>
            </a:extLst>
          </p:cNvPr>
          <p:cNvSpPr/>
          <p:nvPr/>
        </p:nvSpPr>
        <p:spPr>
          <a:xfrm>
            <a:off x="2949813" y="3770201"/>
            <a:ext cx="1513397" cy="7500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/>
              <a:t>CP2 Validation</a:t>
            </a:r>
            <a:endParaRPr lang="en-US" sz="1600">
              <a:solidFill>
                <a:srgbClr val="00000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A76957D-B7AD-4196-3B75-644F1387EB3B}"/>
              </a:ext>
            </a:extLst>
          </p:cNvPr>
          <p:cNvSpPr/>
          <p:nvPr/>
        </p:nvSpPr>
        <p:spPr>
          <a:xfrm>
            <a:off x="5000949" y="3770200"/>
            <a:ext cx="1315069" cy="7500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>
                <a:ea typeface="+mn-lt"/>
                <a:cs typeface="+mn-lt"/>
              </a:rPr>
              <a:t>AI Remediation Engine</a:t>
            </a:r>
            <a:endParaRPr lang="en-US" sz="16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B199168-7D25-279D-8ADA-E06BFE653BFC}"/>
              </a:ext>
            </a:extLst>
          </p:cNvPr>
          <p:cNvSpPr/>
          <p:nvPr/>
        </p:nvSpPr>
        <p:spPr>
          <a:xfrm>
            <a:off x="6796346" y="3770199"/>
            <a:ext cx="1346383" cy="7500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>
                <a:ea typeface="+mn-lt"/>
                <a:cs typeface="+mn-lt"/>
              </a:rPr>
              <a:t>Compliance Metrics Engine</a:t>
            </a:r>
            <a:endParaRPr lang="en-US" sz="16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5361FFD-8D98-47EB-0F74-E6F510DB1593}"/>
              </a:ext>
            </a:extLst>
          </p:cNvPr>
          <p:cNvSpPr/>
          <p:nvPr/>
        </p:nvSpPr>
        <p:spPr>
          <a:xfrm>
            <a:off x="8623056" y="3775417"/>
            <a:ext cx="1257658" cy="7448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>
                <a:ea typeface="+mn-lt"/>
                <a:cs typeface="+mn-lt"/>
              </a:rPr>
              <a:t>Gherkin Lint</a:t>
            </a:r>
            <a:endParaRPr lang="en-US" sz="1600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6488F765-FE18-388A-CC22-C00B76A7F65D}"/>
              </a:ext>
            </a:extLst>
          </p:cNvPr>
          <p:cNvSpPr/>
          <p:nvPr/>
        </p:nvSpPr>
        <p:spPr>
          <a:xfrm>
            <a:off x="2559843" y="1964531"/>
            <a:ext cx="381000" cy="1309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E4635681-1E92-9ECC-6A82-519FD236BD2E}"/>
              </a:ext>
            </a:extLst>
          </p:cNvPr>
          <p:cNvSpPr/>
          <p:nvPr/>
        </p:nvSpPr>
        <p:spPr>
          <a:xfrm rot="10800000">
            <a:off x="2570281" y="4010448"/>
            <a:ext cx="381000" cy="1309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689FED06-0611-9B4D-03EE-A6CC7BCCFBC1}"/>
              </a:ext>
            </a:extLst>
          </p:cNvPr>
          <p:cNvSpPr/>
          <p:nvPr/>
        </p:nvSpPr>
        <p:spPr>
          <a:xfrm>
            <a:off x="4490938" y="1969749"/>
            <a:ext cx="495821" cy="1309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B5102243-E445-E589-C1D1-EE2C6ED6068A}"/>
              </a:ext>
            </a:extLst>
          </p:cNvPr>
          <p:cNvSpPr/>
          <p:nvPr/>
        </p:nvSpPr>
        <p:spPr>
          <a:xfrm rot="10800000">
            <a:off x="4490937" y="4015666"/>
            <a:ext cx="495821" cy="1309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23386491-EF98-5308-B55D-974E6E1CFBE7}"/>
              </a:ext>
            </a:extLst>
          </p:cNvPr>
          <p:cNvSpPr/>
          <p:nvPr/>
        </p:nvSpPr>
        <p:spPr>
          <a:xfrm>
            <a:off x="6328087" y="1964528"/>
            <a:ext cx="459287" cy="14662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D7E3F246-6186-3106-27BC-74E0B8417360}"/>
              </a:ext>
            </a:extLst>
          </p:cNvPr>
          <p:cNvSpPr/>
          <p:nvPr/>
        </p:nvSpPr>
        <p:spPr>
          <a:xfrm rot="10800000">
            <a:off x="6343744" y="4015664"/>
            <a:ext cx="459287" cy="14662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BA78D0E7-6E7C-E398-4D1B-ADFFF5058407}"/>
              </a:ext>
            </a:extLst>
          </p:cNvPr>
          <p:cNvSpPr/>
          <p:nvPr/>
        </p:nvSpPr>
        <p:spPr>
          <a:xfrm>
            <a:off x="8154798" y="1948869"/>
            <a:ext cx="459287" cy="14662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CE970E82-0366-7BA0-5B3B-7EB65F3EB529}"/>
              </a:ext>
            </a:extLst>
          </p:cNvPr>
          <p:cNvSpPr/>
          <p:nvPr/>
        </p:nvSpPr>
        <p:spPr>
          <a:xfrm rot="10800000">
            <a:off x="8165236" y="4015662"/>
            <a:ext cx="459287" cy="14662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rrow: Down 24">
            <a:extLst>
              <a:ext uri="{FF2B5EF4-FFF2-40B4-BE49-F238E27FC236}">
                <a16:creationId xmlns:a16="http://schemas.microsoft.com/office/drawing/2014/main" id="{5A18A432-7DD3-1E3E-BB02-91358F17E018}"/>
              </a:ext>
            </a:extLst>
          </p:cNvPr>
          <p:cNvSpPr/>
          <p:nvPr/>
        </p:nvSpPr>
        <p:spPr>
          <a:xfrm>
            <a:off x="9143999" y="2416968"/>
            <a:ext cx="178593" cy="134540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136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6F3E9-C6E2-6A8B-A44D-4C5A93644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Key Design Principle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E228B-D27A-2C80-036D-611D288661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/>
              <a:t>Prompt-as-Asset Architecture</a:t>
            </a:r>
          </a:p>
          <a:p>
            <a:pPr>
              <a:buNone/>
            </a:pPr>
            <a:r>
              <a:rPr lang="en-US" sz="2000">
                <a:ea typeface="+mn-lt"/>
                <a:cs typeface="+mn-lt"/>
              </a:rPr>
              <a:t>Do not hardcode generation logic.</a:t>
            </a:r>
            <a:endParaRPr lang="en-US"/>
          </a:p>
          <a:p>
            <a:pPr>
              <a:buNone/>
            </a:pPr>
            <a:r>
              <a:rPr lang="en-US" sz="2000">
                <a:ea typeface="+mn-lt"/>
                <a:cs typeface="+mn-lt"/>
              </a:rPr>
              <a:t>Treat prompts as reusable enterprise assets.</a:t>
            </a:r>
            <a:endParaRPr lang="en-US"/>
          </a:p>
          <a:p>
            <a:pPr>
              <a:buNone/>
            </a:pPr>
            <a:r>
              <a:rPr lang="en-US" sz="2000" dirty="0">
                <a:latin typeface="Consolas"/>
              </a:rPr>
              <a:t>         </a:t>
            </a:r>
            <a:br>
              <a:rPr lang="en-US" sz="2000" dirty="0">
                <a:latin typeface="Consolas"/>
              </a:rPr>
            </a:br>
            <a:br>
              <a:rPr lang="en-US" sz="2000" dirty="0">
                <a:latin typeface="Consolas"/>
              </a:rPr>
            </a:br>
            <a:endParaRPr lang="en-US" sz="2000" dirty="0">
              <a:latin typeface="Consolas"/>
            </a:endParaRPr>
          </a:p>
          <a:p>
            <a:pPr>
              <a:buNone/>
            </a:pPr>
            <a:r>
              <a:rPr lang="en-US" sz="2000">
                <a:ea typeface="+mn-lt"/>
                <a:cs typeface="+mn-lt"/>
              </a:rPr>
              <a:t>This allows:</a:t>
            </a:r>
            <a:endParaRPr lang="en-US"/>
          </a:p>
          <a:p>
            <a:r>
              <a:rPr lang="en-US" sz="2000">
                <a:latin typeface="Consolas"/>
              </a:rPr>
              <a:t>Prompt Versioning</a:t>
            </a:r>
            <a:endParaRPr lang="en-US">
              <a:latin typeface="Aptos" panose="020B0004020202020204"/>
            </a:endParaRPr>
          </a:p>
          <a:p>
            <a:r>
              <a:rPr lang="en-US" sz="2000">
                <a:latin typeface="Consolas"/>
              </a:rPr>
              <a:t>Prompt Governance</a:t>
            </a:r>
            <a:endParaRPr lang="en-US">
              <a:latin typeface="Aptos" panose="020B0004020202020204"/>
            </a:endParaRPr>
          </a:p>
          <a:p>
            <a:r>
              <a:rPr lang="en-US" sz="2000">
                <a:latin typeface="Consolas"/>
              </a:rPr>
              <a:t>Prompt Reuse</a:t>
            </a:r>
            <a:endParaRPr lang="en-US">
              <a:latin typeface="Aptos" panose="020B0004020202020204"/>
            </a:endParaRPr>
          </a:p>
          <a:p>
            <a:r>
              <a:rPr lang="en-US" sz="2000">
                <a:latin typeface="Consolas"/>
              </a:rPr>
              <a:t>Prompt Evolution</a:t>
            </a:r>
            <a:endParaRPr lang="en-US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F235D4-6503-CBCE-86D1-4D3F05A8A34B}"/>
              </a:ext>
            </a:extLst>
          </p:cNvPr>
          <p:cNvSpPr/>
          <p:nvPr/>
        </p:nvSpPr>
        <p:spPr>
          <a:xfrm>
            <a:off x="1186873" y="3164616"/>
            <a:ext cx="2035968" cy="5000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Prompt Registry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8E0DC2-80D8-CC29-2EE5-05175083085D}"/>
              </a:ext>
            </a:extLst>
          </p:cNvPr>
          <p:cNvSpPr/>
          <p:nvPr/>
        </p:nvSpPr>
        <p:spPr>
          <a:xfrm>
            <a:off x="4339256" y="3195930"/>
            <a:ext cx="3847022" cy="4687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>
                <a:solidFill>
                  <a:schemeClr val="bg1"/>
                </a:solidFill>
                <a:latin typeface="Aptos"/>
              </a:rPr>
              <a:t>Feature Generation Engine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BD6987F-A384-3F1B-FD12-C2697F447C05}"/>
              </a:ext>
            </a:extLst>
          </p:cNvPr>
          <p:cNvCxnSpPr/>
          <p:nvPr/>
        </p:nvCxnSpPr>
        <p:spPr>
          <a:xfrm>
            <a:off x="3226593" y="3393281"/>
            <a:ext cx="1131093" cy="119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38659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214A3-6076-720F-90C3-862FD1DA2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Components</a:t>
            </a:r>
            <a:endParaRPr 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6CFD71C-A3CD-0D12-0BBC-2E626B6A01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06520171"/>
              </p:ext>
            </p:extLst>
          </p:nvPr>
        </p:nvGraphicFramePr>
        <p:xfrm>
          <a:off x="838200" y="1825625"/>
          <a:ext cx="10515600" cy="43891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00879354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23636116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Component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Purpose</a:t>
                      </a:r>
                      <a:endParaRPr lang="en-US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16443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Prompt Registry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Stores approved prompt templates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79442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Feature Generation Engine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Creates feature files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33518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Scenario Generation Engine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Generates scenarios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21736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Scenario Outline Generator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Generates data-driven scenarios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4064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Test Data Generator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Creates example datasets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09362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Feature Writer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Writes feature files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45189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Feature Governance Engine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Validates generated features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26610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Gherkin Lint Adapter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Executes lint validation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64082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Compliance Metrics Engine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Calculates governance metrics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2226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AI Remediation Engine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Fixes violations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81405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CP2 Validation Engine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Determines feature readiness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06059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52805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B7971-1E7C-6131-EB60-1E742F183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Prompt Registry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FDCFDA-7EE2-55CD-7FA9-4B90E385B4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0000" lnSpcReduction="20000"/>
          </a:bodyPr>
          <a:lstStyle/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Reuse your existing prompt templates.</a:t>
            </a:r>
            <a:endParaRPr lang="en-US"/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Examples:</a:t>
            </a:r>
            <a:endParaRPr lang="en-US"/>
          </a:p>
          <a:p>
            <a:r>
              <a:rPr lang="en-US">
                <a:latin typeface="Consolas"/>
              </a:rPr>
              <a:t>generate-feature.md</a:t>
            </a:r>
            <a:endParaRPr lang="en-US">
              <a:latin typeface="Aptos" panose="020B0004020202020204"/>
            </a:endParaRPr>
          </a:p>
          <a:p>
            <a:r>
              <a:rPr lang="en-US">
                <a:latin typeface="Consolas"/>
              </a:rPr>
              <a:t>update-feature.md</a:t>
            </a:r>
            <a:endParaRPr lang="en-US">
              <a:latin typeface="Aptos" panose="020B0004020202020204"/>
            </a:endParaRPr>
          </a:p>
          <a:p>
            <a:r>
              <a:rPr lang="en-US">
                <a:latin typeface="Consolas"/>
              </a:rPr>
              <a:t>generate-test-data.md</a:t>
            </a:r>
            <a:endParaRPr lang="en-US"/>
          </a:p>
          <a:p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Registry:</a:t>
            </a:r>
            <a:endParaRPr lang="en-US"/>
          </a:p>
          <a:p>
            <a:pPr marL="0" indent="0">
              <a:buNone/>
            </a:pPr>
            <a:r>
              <a:rPr lang="en-US" dirty="0">
                <a:latin typeface="Consolas"/>
              </a:rPr>
              <a:t>{</a:t>
            </a:r>
            <a:br>
              <a:rPr lang="en-US" dirty="0">
                <a:latin typeface="Consolas"/>
              </a:rPr>
            </a:br>
            <a:r>
              <a:rPr lang="en-US" dirty="0">
                <a:latin typeface="Consolas"/>
              </a:rPr>
              <a:t>  "</a:t>
            </a:r>
            <a:r>
              <a:rPr lang="en-US" dirty="0" err="1">
                <a:latin typeface="Consolas"/>
              </a:rPr>
              <a:t>featureGenerationPrompt</a:t>
            </a:r>
            <a:r>
              <a:rPr lang="en-US" dirty="0">
                <a:latin typeface="Consolas"/>
              </a:rPr>
              <a:t>": "generate-feature.md",</a:t>
            </a:r>
            <a:br>
              <a:rPr lang="en-US" dirty="0">
                <a:latin typeface="Consolas"/>
              </a:rPr>
            </a:br>
            <a:r>
              <a:rPr lang="en-US" dirty="0">
                <a:latin typeface="Consolas"/>
              </a:rPr>
              <a:t>  "</a:t>
            </a:r>
            <a:r>
              <a:rPr lang="en-US" dirty="0" err="1">
                <a:latin typeface="Consolas"/>
              </a:rPr>
              <a:t>scenarioOutlinePrompt</a:t>
            </a:r>
            <a:r>
              <a:rPr lang="en-US" dirty="0">
                <a:latin typeface="Consolas"/>
              </a:rPr>
              <a:t>": "generate-scenario-outline.md",</a:t>
            </a:r>
            <a:br>
              <a:rPr lang="en-US" dirty="0">
                <a:latin typeface="Consolas"/>
              </a:rPr>
            </a:br>
            <a:r>
              <a:rPr lang="en-US" dirty="0">
                <a:latin typeface="Consolas"/>
              </a:rPr>
              <a:t>  "</a:t>
            </a:r>
            <a:r>
              <a:rPr lang="en-US" dirty="0" err="1">
                <a:latin typeface="Consolas"/>
              </a:rPr>
              <a:t>testDataPrompt</a:t>
            </a:r>
            <a:r>
              <a:rPr lang="en-US" dirty="0">
                <a:latin typeface="Consolas"/>
              </a:rPr>
              <a:t>": "generate-test-data.md",</a:t>
            </a:r>
            <a:br>
              <a:rPr lang="en-US" dirty="0">
                <a:latin typeface="Consolas"/>
              </a:rPr>
            </a:br>
            <a:r>
              <a:rPr lang="en-US" dirty="0">
                <a:latin typeface="Consolas"/>
              </a:rPr>
              <a:t>  "</a:t>
            </a:r>
            <a:r>
              <a:rPr lang="en-US" dirty="0" err="1">
                <a:latin typeface="Consolas"/>
              </a:rPr>
              <a:t>validationPrompt</a:t>
            </a:r>
            <a:r>
              <a:rPr lang="en-US" dirty="0">
                <a:latin typeface="Consolas"/>
              </a:rPr>
              <a:t>": "validate-feature.md"</a:t>
            </a:r>
            <a:br>
              <a:rPr lang="en-US" dirty="0">
                <a:latin typeface="Consolas"/>
              </a:rPr>
            </a:br>
            <a:r>
              <a:rPr lang="en-US" dirty="0">
                <a:latin typeface="Consolas"/>
              </a:rPr>
              <a:t>}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72154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CA737-DA9E-3EA7-2DE1-5A1C27C78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Feature Generation Engine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46C37-C865-EABC-78A3-C2B8161644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88757" cy="4351338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pPr>
              <a:buNone/>
            </a:pPr>
            <a:r>
              <a:rPr lang="en-US"/>
              <a:t>Sample Input</a:t>
            </a:r>
          </a:p>
          <a:p>
            <a:pPr>
              <a:buNone/>
            </a:pPr>
            <a:r>
              <a:rPr lang="en-US" dirty="0">
                <a:latin typeface="Consolas"/>
              </a:rPr>
              <a:t>   {</a:t>
            </a:r>
            <a:br>
              <a:rPr lang="en-US" dirty="0">
                <a:latin typeface="Consolas"/>
              </a:rPr>
            </a:br>
            <a:r>
              <a:rPr lang="en-US" dirty="0">
                <a:latin typeface="Consolas"/>
              </a:rPr>
              <a:t>  "feature": "Customer Login",</a:t>
            </a:r>
            <a:br>
              <a:rPr lang="en-US" dirty="0">
                <a:latin typeface="Consolas"/>
              </a:rPr>
            </a:br>
            <a:r>
              <a:rPr lang="en-US" dirty="0">
                <a:latin typeface="Consolas"/>
              </a:rPr>
              <a:t>  "</a:t>
            </a:r>
            <a:r>
              <a:rPr lang="en-US" dirty="0" err="1">
                <a:latin typeface="Consolas"/>
              </a:rPr>
              <a:t>functionalAcceptanceCriteria</a:t>
            </a:r>
            <a:r>
              <a:rPr lang="en-US" dirty="0">
                <a:latin typeface="Consolas"/>
              </a:rPr>
              <a:t>": [],</a:t>
            </a:r>
            <a:br>
              <a:rPr lang="en-US" dirty="0">
                <a:latin typeface="Consolas"/>
              </a:rPr>
            </a:br>
            <a:r>
              <a:rPr lang="en-US" dirty="0">
                <a:latin typeface="Consolas"/>
              </a:rPr>
              <a:t>  "</a:t>
            </a:r>
            <a:r>
              <a:rPr lang="en-US" dirty="0" err="1">
                <a:latin typeface="Consolas"/>
              </a:rPr>
              <a:t>securityAcceptanceCriteria</a:t>
            </a:r>
            <a:r>
              <a:rPr lang="en-US" dirty="0">
                <a:latin typeface="Consolas"/>
              </a:rPr>
              <a:t>": [],</a:t>
            </a:r>
            <a:br>
              <a:rPr lang="en-US" dirty="0">
                <a:latin typeface="Consolas"/>
              </a:rPr>
            </a:br>
            <a:r>
              <a:rPr lang="en-US" dirty="0">
                <a:latin typeface="Consolas"/>
              </a:rPr>
              <a:t>  "</a:t>
            </a:r>
            <a:r>
              <a:rPr lang="en-US" dirty="0" err="1">
                <a:latin typeface="Consolas"/>
              </a:rPr>
              <a:t>qualityAcceptanceCriteria</a:t>
            </a:r>
            <a:r>
              <a:rPr lang="en-US" dirty="0">
                <a:latin typeface="Consolas"/>
              </a:rPr>
              <a:t>": []</a:t>
            </a:r>
            <a:br>
              <a:rPr lang="en-US" dirty="0">
                <a:latin typeface="Consolas"/>
              </a:rPr>
            </a:br>
            <a:r>
              <a:rPr lang="en-US" dirty="0">
                <a:latin typeface="Consolas"/>
              </a:rPr>
              <a:t>}</a:t>
            </a:r>
            <a:endParaRPr lang="en-US" dirty="0"/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/>
              <a:t>Process</a:t>
            </a:r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Select prompt from registry 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Inject requirement model 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Call Azure OpenAI 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Generate feature content </a:t>
            </a:r>
            <a:endParaRPr lang="en-US"/>
          </a:p>
          <a:p>
            <a:pPr indent="0"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768C48C-6142-F4B0-5377-1D634A1FB0EC}"/>
              </a:ext>
            </a:extLst>
          </p:cNvPr>
          <p:cNvSpPr txBox="1">
            <a:spLocks/>
          </p:cNvSpPr>
          <p:nvPr/>
        </p:nvSpPr>
        <p:spPr>
          <a:xfrm>
            <a:off x="6741319" y="1823244"/>
            <a:ext cx="5288757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sz="1800"/>
              <a:t>Sample Output</a:t>
            </a:r>
          </a:p>
          <a:p>
            <a:pPr>
              <a:buNone/>
            </a:pPr>
            <a:r>
              <a:rPr lang="en-US" sz="1800">
                <a:latin typeface="Consolas"/>
              </a:rPr>
              <a:t>@authentication</a:t>
            </a:r>
            <a:br>
              <a:rPr lang="en-US" sz="1800" dirty="0">
                <a:latin typeface="Consolas"/>
              </a:rPr>
            </a:br>
            <a:r>
              <a:rPr lang="en-US" sz="1800">
                <a:latin typeface="Consolas"/>
              </a:rPr>
              <a:t>Feature: Customer Login</a:t>
            </a:r>
            <a:br>
              <a:rPr lang="en-US" sz="1800" dirty="0">
                <a:latin typeface="Consolas"/>
              </a:rPr>
            </a:br>
            <a:br>
              <a:rPr lang="en-US" sz="1800" dirty="0">
                <a:latin typeface="Consolas"/>
              </a:rPr>
            </a:br>
            <a:r>
              <a:rPr lang="en-US" sz="1800">
                <a:latin typeface="Consolas"/>
              </a:rPr>
              <a:t>Scenario: </a:t>
            </a:r>
            <a:r>
              <a:rPr lang="en-US" sz="1800">
                <a:latin typeface="Consolas"/>
                <a:ea typeface="+mn-lt"/>
                <a:cs typeface="+mn-lt"/>
              </a:rPr>
              <a:t>Successful Login</a:t>
            </a:r>
            <a:br>
              <a:rPr lang="en-US" sz="1800" dirty="0">
                <a:latin typeface="Consolas"/>
                <a:ea typeface="+mn-lt"/>
                <a:cs typeface="+mn-lt"/>
              </a:rPr>
            </a:br>
            <a:r>
              <a:rPr lang="en-US" sz="1800">
                <a:latin typeface="Consolas"/>
                <a:ea typeface="+mn-lt"/>
                <a:cs typeface="+mn-lt"/>
              </a:rPr>
              <a:t>Given user is on login page</a:t>
            </a:r>
            <a:br>
              <a:rPr lang="en-US" sz="1800" dirty="0">
                <a:latin typeface="Consolas"/>
                <a:ea typeface="+mn-lt"/>
                <a:cs typeface="+mn-lt"/>
              </a:rPr>
            </a:br>
            <a:r>
              <a:rPr lang="en-US" sz="1800">
                <a:latin typeface="Consolas"/>
                <a:ea typeface="+mn-lt"/>
                <a:cs typeface="+mn-lt"/>
              </a:rPr>
              <a:t>When user enters valid credentials</a:t>
            </a:r>
            <a:br>
              <a:rPr lang="en-US" sz="1800" dirty="0">
                <a:latin typeface="Consolas"/>
                <a:ea typeface="+mn-lt"/>
                <a:cs typeface="+mn-lt"/>
              </a:rPr>
            </a:br>
            <a:r>
              <a:rPr lang="en-US" sz="1800">
                <a:latin typeface="Consolas"/>
                <a:ea typeface="+mn-lt"/>
                <a:cs typeface="+mn-lt"/>
              </a:rPr>
              <a:t>Then user should be logged </a:t>
            </a:r>
            <a:r>
              <a:rPr lang="en-US" sz="1800">
                <a:latin typeface="Consolas"/>
              </a:rPr>
              <a:t>in</a:t>
            </a:r>
          </a:p>
          <a:p>
            <a:pPr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13951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7513A-78F2-3744-EB04-AF36D2670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Scenario Generation Rules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190425-7797-EADB-83D3-D68A007DA1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24351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en-US" sz="1700">
                <a:ea typeface="+mn-lt"/>
                <a:cs typeface="+mn-lt"/>
              </a:rPr>
              <a:t>Generate:</a:t>
            </a:r>
            <a:endParaRPr lang="en-US" sz="1700"/>
          </a:p>
          <a:p>
            <a:r>
              <a:rPr lang="en-US" sz="1700"/>
              <a:t>Positive Scenarios</a:t>
            </a:r>
          </a:p>
          <a:p>
            <a:pPr>
              <a:buNone/>
            </a:pPr>
            <a:r>
              <a:rPr lang="en-US" sz="1700">
                <a:latin typeface="Consolas"/>
              </a:rPr>
              <a:t>  Happy Path</a:t>
            </a:r>
            <a:endParaRPr lang="en-US" sz="1700"/>
          </a:p>
          <a:p>
            <a:pPr>
              <a:buNone/>
            </a:pPr>
            <a:br>
              <a:rPr lang="en-US" sz="1700" dirty="0"/>
            </a:br>
            <a:endParaRPr lang="en-US" sz="1700" dirty="0"/>
          </a:p>
          <a:p>
            <a:r>
              <a:rPr lang="en-US" sz="1700"/>
              <a:t>Negative Scenarios</a:t>
            </a:r>
          </a:p>
          <a:p>
            <a:pPr>
              <a:buNone/>
            </a:pPr>
            <a:r>
              <a:rPr lang="en-US" sz="1700">
                <a:latin typeface="Consolas"/>
              </a:rPr>
              <a:t>  Invalid Credentials</a:t>
            </a:r>
            <a:br>
              <a:rPr lang="en-US" sz="1700" dirty="0">
                <a:latin typeface="Consolas"/>
              </a:rPr>
            </a:br>
            <a:r>
              <a:rPr lang="en-US" sz="1700" dirty="0">
                <a:latin typeface="Consolas"/>
              </a:rPr>
              <a:t> Locked User</a:t>
            </a:r>
            <a:br>
              <a:rPr lang="en-US" sz="1700" dirty="0">
                <a:latin typeface="Consolas"/>
              </a:rPr>
            </a:br>
            <a:r>
              <a:rPr lang="en-US" sz="1700">
                <a:latin typeface="Consolas"/>
              </a:rPr>
              <a:t> Missing Data</a:t>
            </a:r>
            <a:endParaRPr lang="en-US" sz="1700"/>
          </a:p>
          <a:p>
            <a:pPr marL="0" indent="0">
              <a:buNone/>
            </a:pPr>
            <a:endParaRPr lang="en-US" sz="17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5BEA438-511C-162E-B370-BE9891D2F854}"/>
              </a:ext>
            </a:extLst>
          </p:cNvPr>
          <p:cNvSpPr txBox="1">
            <a:spLocks/>
          </p:cNvSpPr>
          <p:nvPr/>
        </p:nvSpPr>
        <p:spPr>
          <a:xfrm>
            <a:off x="6515100" y="1823244"/>
            <a:ext cx="4324351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sz="1800">
                <a:ea typeface="+mn-lt"/>
                <a:cs typeface="+mn-lt"/>
              </a:rPr>
              <a:t>Security Scenarios</a:t>
            </a:r>
          </a:p>
          <a:p>
            <a:pPr>
              <a:buNone/>
            </a:pPr>
            <a:r>
              <a:rPr lang="en-US" sz="1800">
                <a:ea typeface="+mn-lt"/>
                <a:cs typeface="+mn-lt"/>
              </a:rPr>
              <a:t>   Derived from </a:t>
            </a:r>
            <a:r>
              <a:rPr lang="en-US" sz="1800">
                <a:latin typeface="Consolas"/>
                <a:ea typeface="+mn-lt"/>
                <a:cs typeface="+mn-lt"/>
              </a:rPr>
              <a:t>OWASP</a:t>
            </a:r>
            <a:r>
              <a:rPr lang="en-US" sz="1800">
                <a:latin typeface="Consolas"/>
              </a:rPr>
              <a:t> ZAP</a:t>
            </a:r>
            <a:endParaRPr lang="en-US" sz="1800">
              <a:latin typeface="Aptos" panose="020B0004020202020204"/>
            </a:endParaRPr>
          </a:p>
          <a:p>
            <a:pPr>
              <a:buNone/>
            </a:pPr>
            <a:r>
              <a:rPr lang="en-US" sz="1800"/>
              <a:t>Examples:</a:t>
            </a:r>
          </a:p>
          <a:p>
            <a:pPr>
              <a:buNone/>
            </a:pPr>
            <a:r>
              <a:rPr lang="en-US" sz="1800">
                <a:latin typeface="Consolas"/>
              </a:rPr>
              <a:t>  Brute Force Attempts</a:t>
            </a:r>
            <a:br>
              <a:rPr lang="en-US" sz="1800" dirty="0">
                <a:latin typeface="Consolas"/>
              </a:rPr>
            </a:br>
            <a:r>
              <a:rPr lang="en-US" sz="1800">
                <a:latin typeface="Consolas"/>
              </a:rPr>
              <a:t>Session Timeout</a:t>
            </a:r>
            <a:br>
              <a:rPr lang="en-US" sz="1800" dirty="0">
                <a:latin typeface="Consolas"/>
              </a:rPr>
            </a:br>
            <a:r>
              <a:rPr lang="en-US" sz="1800">
                <a:latin typeface="Consolas"/>
              </a:rPr>
              <a:t>Unauthorized Access</a:t>
            </a:r>
          </a:p>
          <a:p>
            <a:pPr>
              <a:buNone/>
            </a:pPr>
            <a:endParaRPr lang="en-US" sz="1800" dirty="0"/>
          </a:p>
          <a:p>
            <a:pPr>
              <a:buNone/>
            </a:pPr>
            <a:r>
              <a:rPr lang="en-US" sz="1800"/>
              <a:t>Quality Scenarios</a:t>
            </a:r>
            <a:endParaRPr lang="en-US"/>
          </a:p>
          <a:p>
            <a:pPr>
              <a:buNone/>
            </a:pPr>
            <a:r>
              <a:rPr lang="en-US" sz="1800">
                <a:latin typeface="Aptos"/>
              </a:rPr>
              <a:t>    Derived from </a:t>
            </a:r>
            <a:r>
              <a:rPr lang="en-US" sz="1800">
                <a:latin typeface="Consolas"/>
              </a:rPr>
              <a:t>Sonar Findings</a:t>
            </a:r>
          </a:p>
          <a:p>
            <a:pPr>
              <a:buNone/>
            </a:pPr>
            <a:r>
              <a:rPr lang="en-US" sz="1800">
                <a:latin typeface="Aptos"/>
              </a:rPr>
              <a:t>Examples:</a:t>
            </a:r>
            <a:endParaRPr lang="en-US" sz="1800"/>
          </a:p>
          <a:p>
            <a:pPr>
              <a:buNone/>
            </a:pPr>
            <a:r>
              <a:rPr lang="en-US" sz="1800">
                <a:latin typeface="Consolas"/>
              </a:rPr>
              <a:t>  Input Validation</a:t>
            </a:r>
          </a:p>
        </p:txBody>
      </p:sp>
    </p:spTree>
    <p:extLst>
      <p:ext uri="{BB962C8B-B14F-4D97-AF65-F5344CB8AC3E}">
        <p14:creationId xmlns:p14="http://schemas.microsoft.com/office/powerpoint/2010/main" val="4843323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5572F-3992-5C64-68E3-BD7F50FAA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Scenario Outline Generator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3E155C-AB87-090C-E8FA-DC665638A8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>
                <a:ea typeface="+mn-lt"/>
                <a:cs typeface="+mn-lt"/>
              </a:rPr>
              <a:t>Input:</a:t>
            </a:r>
            <a:endParaRPr lang="en-US"/>
          </a:p>
          <a:p>
            <a:pPr>
              <a:buNone/>
            </a:pPr>
            <a:r>
              <a:rPr lang="en-US">
                <a:latin typeface="Consolas"/>
              </a:rPr>
              <a:t> Acceptance Criteria</a:t>
            </a: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Output:</a:t>
            </a:r>
            <a:endParaRPr lang="en-US"/>
          </a:p>
          <a:p>
            <a:pPr>
              <a:buNone/>
            </a:pPr>
            <a:r>
              <a:rPr lang="en-US">
                <a:latin typeface="Consolas"/>
              </a:rPr>
              <a:t> Scenario Outline:</a:t>
            </a:r>
            <a:br>
              <a:rPr lang="en-US" dirty="0">
                <a:latin typeface="Consolas"/>
              </a:rPr>
            </a:br>
            <a:br>
              <a:rPr lang="en-US" dirty="0">
                <a:latin typeface="Consolas"/>
              </a:rPr>
            </a:br>
            <a:r>
              <a:rPr lang="en-US">
                <a:latin typeface="Consolas"/>
              </a:rPr>
              <a:t>Examples:</a:t>
            </a:r>
            <a:br>
              <a:rPr lang="en-US" dirty="0">
                <a:latin typeface="Consolas"/>
              </a:rPr>
            </a:br>
            <a:r>
              <a:rPr lang="en-US">
                <a:latin typeface="Consolas"/>
              </a:rPr>
              <a:t>| username | password |</a:t>
            </a:r>
            <a:endParaRPr lang="en-US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18055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F329F-D3D3-B9EA-3D7C-5F8259CBA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Test Data Generator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74D36E-94B4-D357-7314-E945CEA77A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>
                <a:ea typeface="+mn-lt"/>
                <a:cs typeface="+mn-lt"/>
              </a:rPr>
              <a:t>Input:</a:t>
            </a:r>
            <a:endParaRPr lang="en-US"/>
          </a:p>
          <a:p>
            <a:pPr>
              <a:buNone/>
            </a:pPr>
            <a:r>
              <a:rPr lang="en-US">
                <a:latin typeface="Consolas"/>
              </a:rPr>
              <a:t> Requirement Model</a:t>
            </a: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Output:</a:t>
            </a:r>
            <a:endParaRPr lang="en-US"/>
          </a:p>
          <a:p>
            <a:pPr>
              <a:buNone/>
            </a:pPr>
            <a:r>
              <a:rPr lang="en-US" dirty="0">
                <a:latin typeface="Consolas"/>
              </a:rPr>
              <a:t> {</a:t>
            </a:r>
            <a:br>
              <a:rPr lang="en-US" dirty="0">
                <a:latin typeface="Consolas"/>
              </a:rPr>
            </a:br>
            <a:r>
              <a:rPr lang="en-US" dirty="0">
                <a:latin typeface="Consolas"/>
              </a:rPr>
              <a:t>  "</a:t>
            </a:r>
            <a:r>
              <a:rPr lang="en-US" dirty="0" err="1">
                <a:latin typeface="Consolas"/>
              </a:rPr>
              <a:t>positiveData</a:t>
            </a:r>
            <a:r>
              <a:rPr lang="en-US" dirty="0">
                <a:latin typeface="Consolas"/>
              </a:rPr>
              <a:t>": [],</a:t>
            </a:r>
            <a:br>
              <a:rPr lang="en-US" dirty="0">
                <a:latin typeface="Consolas"/>
              </a:rPr>
            </a:br>
            <a:r>
              <a:rPr lang="en-US" dirty="0">
                <a:latin typeface="Consolas"/>
              </a:rPr>
              <a:t>  "</a:t>
            </a:r>
            <a:r>
              <a:rPr lang="en-US" dirty="0" err="1">
                <a:latin typeface="Consolas"/>
              </a:rPr>
              <a:t>negativeData</a:t>
            </a:r>
            <a:r>
              <a:rPr lang="en-US" dirty="0">
                <a:latin typeface="Consolas"/>
              </a:rPr>
              <a:t>": [],</a:t>
            </a:r>
            <a:br>
              <a:rPr lang="en-US" dirty="0">
                <a:latin typeface="Consolas"/>
              </a:rPr>
            </a:br>
            <a:r>
              <a:rPr lang="en-US" dirty="0">
                <a:latin typeface="Consolas"/>
              </a:rPr>
              <a:t>  "</a:t>
            </a:r>
            <a:r>
              <a:rPr lang="en-US" dirty="0" err="1">
                <a:latin typeface="Consolas"/>
              </a:rPr>
              <a:t>boundaryData</a:t>
            </a:r>
            <a:r>
              <a:rPr lang="en-US" dirty="0">
                <a:latin typeface="Consolas"/>
              </a:rPr>
              <a:t>": []</a:t>
            </a:r>
            <a:br>
              <a:rPr lang="en-US" dirty="0">
                <a:latin typeface="Consolas"/>
              </a:rPr>
            </a:br>
            <a:r>
              <a:rPr lang="en-US" dirty="0">
                <a:latin typeface="Consolas"/>
              </a:rPr>
              <a:t>}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02311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57110-CE44-21B4-E0C7-573C2FD21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Feature Governance Engine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082CE2-CBDD-E72E-43B1-A10108E91B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Reuses existing POC components.</a:t>
            </a: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500DD57-38D6-EBEB-A3BB-B12BB1930D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5179980"/>
              </p:ext>
            </p:extLst>
          </p:nvPr>
        </p:nvGraphicFramePr>
        <p:xfrm>
          <a:off x="839611" y="2798516"/>
          <a:ext cx="8988776" cy="29260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494388">
                  <a:extLst>
                    <a:ext uri="{9D8B030D-6E8A-4147-A177-3AD203B41FA5}">
                      <a16:colId xmlns:a16="http://schemas.microsoft.com/office/drawing/2014/main" val="3119976432"/>
                    </a:ext>
                  </a:extLst>
                </a:gridCol>
                <a:gridCol w="4494388">
                  <a:extLst>
                    <a:ext uri="{9D8B030D-6E8A-4147-A177-3AD203B41FA5}">
                      <a16:colId xmlns:a16="http://schemas.microsoft.com/office/drawing/2014/main" val="39190197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Validation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Tool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95387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Feature Naming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Gherkin Lint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69830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Scenario Naming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Gherkin Lint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35737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Duplicate Scenarios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Gherkin Lint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32796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Empty Scenarios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Gherkin Lint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81138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Missing Tags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Gherkin Lint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40834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Scenario Length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Gherkin Lint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8861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Formatting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Gherkin Lint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04905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51163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330A8-DF84-17A9-493D-9846FA583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Compliance Metrics Engine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87479-B33C-6FB9-2F7C-52B4A46ED4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47500" lnSpcReduction="20000"/>
          </a:bodyPr>
          <a:lstStyle/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Reuse metrics already implemented.</a:t>
            </a:r>
          </a:p>
          <a:p>
            <a:r>
              <a:rPr lang="en-US">
                <a:ea typeface="+mn-lt"/>
                <a:cs typeface="+mn-lt"/>
              </a:rPr>
              <a:t>Lint Violations Count</a:t>
            </a:r>
            <a:endParaRPr lang="en-US" dirty="0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% Compliant Feature Files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Feature Naming Violations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Scenario Naming Violations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Missing Steps / Empty Scenarios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Tagging Compliance %</a:t>
            </a:r>
            <a:endParaRPr lang="en-US"/>
          </a:p>
          <a:p>
            <a:r>
              <a:rPr lang="en-US">
                <a:ea typeface="+mn-lt"/>
                <a:cs typeface="+mn-lt"/>
              </a:rPr>
              <a:t>Tagging Violations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Duplicate Scenarios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Formatting Violations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Structure Violations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Total Scenarios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Avg Scenario Length</a:t>
            </a:r>
            <a:endParaRPr lang="en-US"/>
          </a:p>
          <a:p>
            <a:r>
              <a:rPr lang="en-US">
                <a:ea typeface="+mn-lt"/>
                <a:cs typeface="+mn-lt"/>
              </a:rPr>
              <a:t>Max Scenario Length</a:t>
            </a:r>
            <a:endParaRPr lang="en-US"/>
          </a:p>
          <a:p>
            <a:r>
              <a:rPr lang="en-US">
                <a:ea typeface="+mn-lt"/>
                <a:cs typeface="+mn-lt"/>
              </a:rPr>
              <a:t>Scenario Size Violations</a:t>
            </a: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These become part of the Feature Governance Report</a:t>
            </a:r>
          </a:p>
        </p:txBody>
      </p:sp>
    </p:spTree>
    <p:extLst>
      <p:ext uri="{BB962C8B-B14F-4D97-AF65-F5344CB8AC3E}">
        <p14:creationId xmlns:p14="http://schemas.microsoft.com/office/powerpoint/2010/main" val="16354597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A7867-986F-2CF3-7744-7FB9C50BC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AI Remediation Engine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ED1144-4452-425F-2238-2DA6D2B0D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0000" lnSpcReduction="20000"/>
          </a:bodyPr>
          <a:lstStyle/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Purpose:</a:t>
            </a:r>
            <a:endParaRPr lang="en-US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  Automatically fix violations.</a:t>
            </a:r>
            <a:endParaRPr lang="en-US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Input:</a:t>
            </a:r>
            <a:endParaRPr lang="en-US"/>
          </a:p>
          <a:p>
            <a:pPr marL="0" indent="0">
              <a:buNone/>
            </a:pPr>
            <a:r>
              <a:rPr lang="en-US" dirty="0">
                <a:latin typeface="Consolas"/>
              </a:rPr>
              <a:t>{</a:t>
            </a:r>
            <a:br>
              <a:rPr lang="en-US" dirty="0">
                <a:latin typeface="Consolas"/>
              </a:rPr>
            </a:br>
            <a:r>
              <a:rPr lang="en-US" dirty="0">
                <a:latin typeface="Consolas"/>
              </a:rPr>
              <a:t>  "</a:t>
            </a:r>
            <a:r>
              <a:rPr lang="en-US" dirty="0" err="1">
                <a:latin typeface="Consolas"/>
              </a:rPr>
              <a:t>rule":"no-dupe-scenario-names</a:t>
            </a:r>
            <a:r>
              <a:rPr lang="en-US" dirty="0">
                <a:latin typeface="Consolas"/>
              </a:rPr>
              <a:t>",</a:t>
            </a:r>
            <a:br>
              <a:rPr lang="en-US" dirty="0">
                <a:latin typeface="Consolas"/>
              </a:rPr>
            </a:br>
            <a:r>
              <a:rPr lang="en-US" dirty="0">
                <a:latin typeface="Consolas"/>
              </a:rPr>
              <a:t>  "</a:t>
            </a:r>
            <a:r>
              <a:rPr lang="en-US" dirty="0" err="1">
                <a:latin typeface="Consolas"/>
              </a:rPr>
              <a:t>message":"Duplicate</a:t>
            </a:r>
            <a:r>
              <a:rPr lang="en-US" dirty="0">
                <a:latin typeface="Consolas"/>
              </a:rPr>
              <a:t> scenario detected"</a:t>
            </a:r>
            <a:br>
              <a:rPr lang="en-US" dirty="0">
                <a:latin typeface="Consolas"/>
              </a:rPr>
            </a:br>
            <a:r>
              <a:rPr lang="en-US" dirty="0">
                <a:latin typeface="Consolas"/>
              </a:rPr>
              <a:t>}</a:t>
            </a:r>
            <a:br>
              <a:rPr lang="en-US" dirty="0"/>
            </a:br>
            <a:endParaRPr lang="en-US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Process:</a:t>
            </a:r>
            <a:endParaRPr lang="en-US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978FC5-9CF3-1DFD-1F26-A6E5E4B3AFB6}"/>
              </a:ext>
            </a:extLst>
          </p:cNvPr>
          <p:cNvSpPr txBox="1"/>
          <p:nvPr/>
        </p:nvSpPr>
        <p:spPr>
          <a:xfrm>
            <a:off x="839391" y="4524375"/>
            <a:ext cx="2690812" cy="19851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500">
                <a:latin typeface="Consolas"/>
              </a:rPr>
              <a:t>Violation</a:t>
            </a:r>
            <a:br>
              <a:rPr lang="en-US" sz="1500" dirty="0">
                <a:latin typeface="Consolas"/>
              </a:rPr>
            </a:br>
            <a:r>
              <a:rPr lang="en-US" sz="1500">
                <a:latin typeface="Consolas"/>
              </a:rPr>
              <a:t> ↓</a:t>
            </a:r>
            <a:br>
              <a:rPr lang="en-US" sz="1500" dirty="0">
                <a:latin typeface="Consolas"/>
              </a:rPr>
            </a:br>
            <a:r>
              <a:rPr lang="en-US" sz="1500">
                <a:latin typeface="Consolas"/>
              </a:rPr>
              <a:t>Remediation Prompt</a:t>
            </a:r>
            <a:br>
              <a:rPr lang="en-US" sz="1500" dirty="0">
                <a:latin typeface="Consolas"/>
              </a:rPr>
            </a:br>
            <a:r>
              <a:rPr lang="en-US" sz="1500">
                <a:latin typeface="Consolas"/>
              </a:rPr>
              <a:t> ↓</a:t>
            </a:r>
            <a:br>
              <a:rPr lang="en-US" sz="1500" dirty="0">
                <a:latin typeface="Consolas"/>
              </a:rPr>
            </a:br>
            <a:r>
              <a:rPr lang="en-US" sz="1500">
                <a:latin typeface="Consolas"/>
              </a:rPr>
              <a:t>Azure OpenAI</a:t>
            </a:r>
            <a:br>
              <a:rPr lang="en-US" sz="1500" dirty="0">
                <a:latin typeface="Consolas"/>
              </a:rPr>
            </a:br>
            <a:r>
              <a:rPr lang="en-US" sz="1500">
                <a:latin typeface="Consolas"/>
              </a:rPr>
              <a:t> ↓</a:t>
            </a:r>
            <a:br>
              <a:rPr lang="en-US" sz="1500" dirty="0">
                <a:latin typeface="Consolas"/>
              </a:rPr>
            </a:br>
            <a:r>
              <a:rPr lang="en-US" sz="1500">
                <a:latin typeface="Consolas"/>
              </a:rPr>
              <a:t>Updated Feature File</a:t>
            </a:r>
            <a:endParaRPr lang="en-US" sz="1500" dirty="0">
              <a:latin typeface="Consolas"/>
            </a:endParaRPr>
          </a:p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101E6C-7A2B-2460-FEC1-77D075851F23}"/>
              </a:ext>
            </a:extLst>
          </p:cNvPr>
          <p:cNvSpPr txBox="1"/>
          <p:nvPr/>
        </p:nvSpPr>
        <p:spPr>
          <a:xfrm>
            <a:off x="6096000" y="4107656"/>
            <a:ext cx="4250530" cy="8307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/>
              <a:t>Output: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400">
                <a:latin typeface="Consolas"/>
              </a:rPr>
              <a:t> </a:t>
            </a:r>
            <a:r>
              <a:rPr lang="en-US" sz="1500">
                <a:latin typeface="Consolas"/>
              </a:rPr>
              <a:t>Remediated Feature</a:t>
            </a: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11533755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5301C-CC8E-BA93-F379-6F0F63EBC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ea typeface="+mj-lt"/>
                <a:cs typeface="+mj-lt"/>
              </a:rPr>
              <a:t>CP2 Validation Rules</a:t>
            </a:r>
            <a:endParaRPr 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3F430D0-BC89-1A1A-FD79-CD04342929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58084979"/>
              </p:ext>
            </p:extLst>
          </p:nvPr>
        </p:nvGraphicFramePr>
        <p:xfrm>
          <a:off x="838200" y="1825625"/>
          <a:ext cx="10515600" cy="3291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60232749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225366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Rule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Pass Criteria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53958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Feature Generated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82258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Lint Violations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 Critical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14608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Naming Compliance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&gt;95%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43918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Tagging Compliance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&gt;95%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96691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Duplicate Scenarios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06611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Empty Scenarios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62691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Scenario Size Violations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Within threshold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07410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Acceptance Criteria Coverage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100%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3896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7131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CB500-D4A3-83B0-566D-E889598C6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CP2 Validation Report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D56B61-6A33-3E23-B115-51D62A48D8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2000" dirty="0">
                <a:latin typeface="Consolas"/>
              </a:rPr>
              <a:t>{</a:t>
            </a:r>
            <a:br>
              <a:rPr lang="en-US" sz="2000" dirty="0">
                <a:latin typeface="Consolas"/>
              </a:rPr>
            </a:br>
            <a:r>
              <a:rPr lang="en-US" sz="2000" dirty="0">
                <a:latin typeface="Consolas"/>
              </a:rPr>
              <a:t>  "controlPoint":"CP2",</a:t>
            </a:r>
            <a:br>
              <a:rPr lang="en-US" sz="2000" dirty="0">
                <a:latin typeface="Consolas"/>
              </a:rPr>
            </a:br>
            <a:r>
              <a:rPr lang="en-US" sz="2000" dirty="0">
                <a:latin typeface="Consolas"/>
              </a:rPr>
              <a:t>  "</a:t>
            </a:r>
            <a:r>
              <a:rPr lang="en-US" sz="2000" dirty="0" err="1">
                <a:latin typeface="Consolas"/>
              </a:rPr>
              <a:t>status":"PASSED</a:t>
            </a:r>
            <a:r>
              <a:rPr lang="en-US" sz="2000" dirty="0">
                <a:latin typeface="Consolas"/>
              </a:rPr>
              <a:t>",</a:t>
            </a:r>
            <a:br>
              <a:rPr lang="en-US" sz="2000" dirty="0">
                <a:latin typeface="Consolas"/>
              </a:rPr>
            </a:br>
            <a:r>
              <a:rPr lang="en-US" sz="2000" dirty="0">
                <a:latin typeface="Consolas"/>
              </a:rPr>
              <a:t>  "summary":{</a:t>
            </a:r>
            <a:br>
              <a:rPr lang="en-US" sz="2000" dirty="0">
                <a:latin typeface="Consolas"/>
              </a:rPr>
            </a:br>
            <a:r>
              <a:rPr lang="en-US" sz="2000" dirty="0">
                <a:latin typeface="Consolas"/>
              </a:rPr>
              <a:t>    "featuresGenerated":5,</a:t>
            </a:r>
            <a:br>
              <a:rPr lang="en-US" sz="2000" dirty="0">
                <a:latin typeface="Consolas"/>
              </a:rPr>
            </a:br>
            <a:r>
              <a:rPr lang="en-US" sz="2000" dirty="0">
                <a:latin typeface="Consolas"/>
              </a:rPr>
              <a:t>    "totalScenarios":25,</a:t>
            </a:r>
            <a:br>
              <a:rPr lang="en-US" sz="2000" dirty="0">
                <a:latin typeface="Consolas"/>
              </a:rPr>
            </a:br>
            <a:r>
              <a:rPr lang="en-US" sz="2000" dirty="0">
                <a:latin typeface="Consolas"/>
              </a:rPr>
              <a:t>    "lintViolations":0,</a:t>
            </a:r>
            <a:br>
              <a:rPr lang="en-US" sz="2000" dirty="0">
                <a:latin typeface="Consolas"/>
              </a:rPr>
            </a:br>
            <a:r>
              <a:rPr lang="en-US" sz="2000" dirty="0">
                <a:latin typeface="Consolas"/>
              </a:rPr>
              <a:t>    "taggingCompliance":"100%",</a:t>
            </a:r>
            <a:br>
              <a:rPr lang="en-US" sz="2000" dirty="0">
                <a:latin typeface="Consolas"/>
              </a:rPr>
            </a:br>
            <a:r>
              <a:rPr lang="en-US" sz="2000" dirty="0">
                <a:latin typeface="Consolas"/>
              </a:rPr>
              <a:t>    "acceptanceCriteriaCoverage":"100%"</a:t>
            </a:r>
            <a:br>
              <a:rPr lang="en-US" sz="2000" dirty="0">
                <a:latin typeface="Consolas"/>
              </a:rPr>
            </a:br>
            <a:r>
              <a:rPr lang="en-US" sz="2000" dirty="0">
                <a:latin typeface="Consolas"/>
              </a:rPr>
              <a:t>  },</a:t>
            </a:r>
            <a:br>
              <a:rPr lang="en-US" sz="2000" dirty="0">
                <a:latin typeface="Consolas"/>
              </a:rPr>
            </a:br>
            <a:r>
              <a:rPr lang="en-US" sz="2000" dirty="0">
                <a:latin typeface="Consolas"/>
              </a:rPr>
              <a:t>  "</a:t>
            </a:r>
            <a:r>
              <a:rPr lang="en-US" sz="2000" dirty="0" err="1">
                <a:latin typeface="Consolas"/>
              </a:rPr>
              <a:t>humanReviewRequired</a:t>
            </a:r>
            <a:r>
              <a:rPr lang="en-US" sz="2000" dirty="0">
                <a:latin typeface="Consolas"/>
              </a:rPr>
              <a:t>":false</a:t>
            </a:r>
            <a:br>
              <a:rPr lang="en-US" sz="2000" dirty="0">
                <a:latin typeface="Consolas"/>
              </a:rPr>
            </a:br>
            <a:r>
              <a:rPr lang="en-US" sz="2000" dirty="0">
                <a:latin typeface="Consolas"/>
              </a:rPr>
              <a:t>}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469098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CE192-D79E-6C46-49E4-03F6B8795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Human-in-the-Loop Conditions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01AE58-8D10-6D87-2994-F9BD8A2A7C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pPr marL="0" indent="0">
              <a:buNone/>
            </a:pPr>
            <a:r>
              <a:rPr lang="en-US"/>
              <a:t>Requires review when</a:t>
            </a:r>
          </a:p>
          <a:p>
            <a:r>
              <a:rPr lang="en-US">
                <a:ea typeface="+mn-lt"/>
                <a:cs typeface="+mn-lt"/>
              </a:rPr>
              <a:t>Feature generation confidence low</a:t>
            </a:r>
            <a:endParaRPr lang="en-US" dirty="0"/>
          </a:p>
          <a:p>
            <a:endParaRPr lang="en-US"/>
          </a:p>
          <a:p>
            <a:r>
              <a:rPr lang="en-US">
                <a:ea typeface="+mn-lt"/>
                <a:cs typeface="+mn-lt"/>
              </a:rPr>
              <a:t>Acceptance criteria not mapped</a:t>
            </a:r>
            <a:endParaRPr lang="en-US"/>
          </a:p>
          <a:p>
            <a:endParaRPr lang="en-US"/>
          </a:p>
          <a:p>
            <a:r>
              <a:rPr lang="en-US">
                <a:ea typeface="+mn-lt"/>
                <a:cs typeface="+mn-lt"/>
              </a:rPr>
              <a:t>Lint violations persist after remediation</a:t>
            </a:r>
            <a:endParaRPr lang="en-US"/>
          </a:p>
          <a:p>
            <a:endParaRPr lang="en-US"/>
          </a:p>
          <a:p>
            <a:r>
              <a:rPr lang="en-US">
                <a:ea typeface="+mn-lt"/>
                <a:cs typeface="+mn-lt"/>
              </a:rPr>
              <a:t>Security scenarios missing</a:t>
            </a:r>
            <a:endParaRPr lang="en-US"/>
          </a:p>
          <a:p>
            <a:endParaRPr lang="en-US"/>
          </a:p>
          <a:p>
            <a:r>
              <a:rPr lang="en-US">
                <a:ea typeface="+mn-lt"/>
                <a:cs typeface="+mn-lt"/>
              </a:rPr>
              <a:t>Generated feature changes business intent</a:t>
            </a:r>
            <a:endParaRPr lang="en-US"/>
          </a:p>
          <a:p>
            <a:endParaRPr lang="en-US" dirty="0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CP2 validation fails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5717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93164-9601-56B5-5B86-5A5ADD40C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ea typeface="+mj-lt"/>
                <a:cs typeface="+mj-lt"/>
              </a:rPr>
              <a:t>Output Package</a:t>
            </a:r>
            <a:endParaRPr lang="en-US" dirty="0"/>
          </a:p>
        </p:txBody>
      </p:sp>
      <p:pic>
        <p:nvPicPr>
          <p:cNvPr id="6" name="Content Placeholder 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F7884FB3-9D8D-3AAE-A279-3326233FC1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6425" y="1690551"/>
            <a:ext cx="6096000" cy="3880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4362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3453C-0C62-AD84-9BD5-CC3CD8BDE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Integration with Next Layer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A6393D-5873-D1C7-1284-4D196348B9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1400">
                <a:ea typeface="+mn-lt"/>
                <a:cs typeface="+mn-lt"/>
              </a:rPr>
              <a:t>Output:</a:t>
            </a:r>
            <a:endParaRPr lang="en-US" sz="1400"/>
          </a:p>
          <a:p>
            <a:pPr>
              <a:buNone/>
            </a:pPr>
            <a:r>
              <a:rPr lang="en-US" sz="1400">
                <a:latin typeface="Consolas"/>
              </a:rPr>
              <a:t>  Validated Feature Package</a:t>
            </a:r>
            <a:endParaRPr lang="en-US" sz="1400"/>
          </a:p>
          <a:p>
            <a:pPr>
              <a:buNone/>
            </a:pPr>
            <a:r>
              <a:rPr lang="en-US" sz="1400">
                <a:ea typeface="+mn-lt"/>
                <a:cs typeface="+mn-lt"/>
              </a:rPr>
              <a:t>Consumed by:</a:t>
            </a:r>
            <a:endParaRPr lang="en-US" sz="1400"/>
          </a:p>
          <a:p>
            <a:pPr>
              <a:buNone/>
            </a:pPr>
            <a:r>
              <a:rPr lang="en-US" sz="1400">
                <a:latin typeface="Consolas"/>
              </a:rPr>
              <a:t>  Automation Engineering Layer</a:t>
            </a:r>
            <a:endParaRPr lang="en-US" sz="1400"/>
          </a:p>
          <a:p>
            <a:pPr>
              <a:buNone/>
            </a:pPr>
            <a:endParaRPr lang="en-US" sz="1400" dirty="0">
              <a:ea typeface="+mn-lt"/>
              <a:cs typeface="+mn-lt"/>
            </a:endParaRPr>
          </a:p>
          <a:p>
            <a:pPr>
              <a:buNone/>
            </a:pPr>
            <a:r>
              <a:rPr lang="en-US" sz="1400">
                <a:ea typeface="+mn-lt"/>
                <a:cs typeface="+mn-lt"/>
              </a:rPr>
              <a:t>The Automation Engineering Layer will use these feature files together with the existing Copilot prompt library to generate:</a:t>
            </a:r>
            <a:endParaRPr lang="en-US" sz="1400"/>
          </a:p>
          <a:p>
            <a:r>
              <a:rPr lang="en-US" sz="1400">
                <a:latin typeface="Consolas"/>
              </a:rPr>
              <a:t>Step Definitions</a:t>
            </a:r>
            <a:endParaRPr lang="en-US" sz="1400">
              <a:latin typeface="Aptos" panose="020B0004020202020204"/>
            </a:endParaRPr>
          </a:p>
          <a:p>
            <a:r>
              <a:rPr lang="en-US" sz="1400">
                <a:latin typeface="Consolas"/>
              </a:rPr>
              <a:t>Page Objects</a:t>
            </a:r>
            <a:endParaRPr lang="en-US" sz="1400">
              <a:latin typeface="Aptos" panose="020B0004020202020204"/>
            </a:endParaRPr>
          </a:p>
          <a:p>
            <a:r>
              <a:rPr lang="en-US" sz="1400">
                <a:latin typeface="Consolas"/>
              </a:rPr>
              <a:t>Automation Code</a:t>
            </a:r>
            <a:endParaRPr lang="en-US" sz="1400"/>
          </a:p>
          <a:p>
            <a:pPr>
              <a:buNone/>
            </a:pPr>
            <a:r>
              <a:rPr lang="en-US" sz="1400">
                <a:ea typeface="+mn-lt"/>
                <a:cs typeface="+mn-lt"/>
              </a:rPr>
              <a:t>which is why preserving traceability from requirements → features is critical in this layer.</a:t>
            </a:r>
            <a:endParaRPr lang="en-US" sz="1400"/>
          </a:p>
          <a:p>
            <a:pPr marL="0" indent="0">
              <a:buNone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169571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7C579-6987-ED01-9518-FE1DE21CA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Implementation Task Breakdown</a:t>
            </a:r>
            <a:endParaRPr 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8591926-72ED-5B6A-F53F-F6D124EBDF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0851832"/>
              </p:ext>
            </p:extLst>
          </p:nvPr>
        </p:nvGraphicFramePr>
        <p:xfrm>
          <a:off x="838200" y="1825625"/>
          <a:ext cx="10515600" cy="4815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32232885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7695875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6237338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Task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Sub-task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Output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73042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Create Prompt Registry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Register approved prompt templates (generate-feature, update-feature, generate-test-data, generate-scenario-outline, validate-feature)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prompt-</a:t>
                      </a:r>
                      <a:r>
                        <a:rPr lang="en-US" sz="800" dirty="0" err="1"/>
                        <a:t>registry.json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44267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Build Prompt Loader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Load prompts dynamically from registry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Prompt loading framework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1715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Create Feature Generation Service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Read validated requirement model and invoke feature generation prompt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Generated feature content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73439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Create Scenario Generation Service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Generate positive, negative, security, and quality scenarios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Scenario set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1065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Create Scenario Outline Generator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Generate data-driven scenarios and examples tables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Scenario outlines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22153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Create Test Data Generator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Generate positive, negative, boundary test data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Test data package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8243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Create Feature Writer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Persist generated features to feature files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*.feature files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98510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Create Traceability Generator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Map requirements → acceptance criteria → scenarios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 err="1"/>
                        <a:t>traceability.json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13986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Build Governance Engine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Orchestrate feature validation workflow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Governance workflow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17302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Integrate Gherkin Lint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Execute lint checks against generated features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gherkin-lint-</a:t>
                      </a:r>
                      <a:r>
                        <a:rPr lang="en-US" sz="800" dirty="0" err="1"/>
                        <a:t>report.json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71715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Integrate Existing HTML Report Generator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Reuse current gherkin HTML report solution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gherkin-lint-report.html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9305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Integrate Existing Metrics Engine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Reuse current governance metrics calculations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Feature governance metrics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56073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Build Compliance Metrics Aggregator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Consolidate lint and governance metrics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feature-governance-</a:t>
                      </a:r>
                      <a:r>
                        <a:rPr lang="en-US" sz="800" dirty="0" err="1"/>
                        <a:t>report.json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11225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Build AI Remediation Service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Invoke remediation prompt for lint violations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Remediated feature files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92845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Create Remediation Workflow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Re-run validation after remediation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Remediation cycle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15631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Build CP2 Validation Engine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Execute CP2 rules and readiness checks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cp2-validation-report.json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60907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Create Feature Package Builder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Bundle features, reports, validation results, and traceability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Validated Feature Package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9844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Create Output Writer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Persist all work products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Output package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40027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Create Unit Tests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Test prompt loader, generators, validators, remediation flow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Test results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836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Create Sample Requirement Models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Build representative inputs from CP1 outputs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Demo data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93504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End-to-End Dry Run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Execute full CP1 → CP2 workflow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Validated Feature Package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89096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9409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C7E40-638D-8FD3-63D1-C1360CCD1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Definition of Done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96910E-8347-9766-1A03-ECBDB61F06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1879"/>
            <a:ext cx="10515600" cy="4351338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>
              <a:buNone/>
            </a:pPr>
            <a:r>
              <a:rPr lang="en-US">
                <a:ea typeface="+mn-lt"/>
                <a:cs typeface="+mn-lt"/>
              </a:rPr>
              <a:t>The Feature Engineering Layer is complete when: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Prompt Registry is operational. 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Validated Requirement Model can generate feature files. 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Positive, negative, security, and quality scenarios are generated. 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Scenario outlines and test data are generated. </a:t>
            </a:r>
            <a:endParaRPr lang="en-US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Requirement-to-scenario traceability is maintained. 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Generated features pass Gherkin governance checks. 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Compliance metrics are generated. 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AI remediation successfully fixes common violations. 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CP2 validation report is generated. 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Validated Feature Package is produced. 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Output can be consumed directly by the Automation Engineering Layer.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2886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72F7D-469F-0177-8E1D-9CBC9341E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Estimated Effort Summary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8F0DE82B-5166-6440-D92B-0BA3F24C04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0748310"/>
              </p:ext>
            </p:extLst>
          </p:nvPr>
        </p:nvGraphicFramePr>
        <p:xfrm>
          <a:off x="839611" y="1840653"/>
          <a:ext cx="12192000" cy="40233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1467930605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6849796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Activity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Effort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44366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Prompt Registry &amp; Prompt Loader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 Days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18922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Feature Generation Services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 Days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26639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Scenario &amp; Test Data Generation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 Days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26879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Feature Writer &amp; Traceability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 Days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51812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Governance Integration (Reuse Existing Assets)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 Days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75073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AI Remediation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 Days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25207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CP2 Validation Engine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 Days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65971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Output Packaging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 Day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13166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Unit Testing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 Days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51437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End-to-End Dry Run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 Day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2785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74275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Purpose</vt:lpstr>
      <vt:lpstr>Inputs</vt:lpstr>
      <vt:lpstr>Outputs</vt:lpstr>
      <vt:lpstr>High Level Flow</vt:lpstr>
      <vt:lpstr>Key Design Principle</vt:lpstr>
      <vt:lpstr>Components</vt:lpstr>
      <vt:lpstr>Prompt Registry</vt:lpstr>
      <vt:lpstr>Feature Generation Engine</vt:lpstr>
      <vt:lpstr>Scenario Generation Rules</vt:lpstr>
      <vt:lpstr>Scenario Outline Generator</vt:lpstr>
      <vt:lpstr>Test Data Generator</vt:lpstr>
      <vt:lpstr>Feature Governance Engine</vt:lpstr>
      <vt:lpstr>Compliance Metrics Engine</vt:lpstr>
      <vt:lpstr>AI Remediation Engine</vt:lpstr>
      <vt:lpstr>CP2 Validation Rules</vt:lpstr>
      <vt:lpstr>CP2 Validation Report</vt:lpstr>
      <vt:lpstr>Human-in-the-Loop Conditions</vt:lpstr>
      <vt:lpstr>Output Package</vt:lpstr>
      <vt:lpstr>Integration with Next Layer</vt:lpstr>
      <vt:lpstr>Implementation Task Breakdown</vt:lpstr>
      <vt:lpstr>Definition of Done</vt:lpstr>
      <vt:lpstr>Estimated Effort 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272</cp:revision>
  <dcterms:created xsi:type="dcterms:W3CDTF">2026-06-15T10:11:16Z</dcterms:created>
  <dcterms:modified xsi:type="dcterms:W3CDTF">2026-06-16T08:54:15Z</dcterms:modified>
</cp:coreProperties>
</file>